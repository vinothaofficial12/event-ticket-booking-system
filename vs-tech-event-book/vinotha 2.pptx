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52"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52"/>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4800" b="1" i="0">
                <a:solidFill>
                  <a:srgbClr val="0033CC"/>
                </a:solidFill>
                <a:latin typeface="Times New Roman" panose="02020603050405020304"/>
                <a:cs typeface="Times New Roman" panose="02020603050405020304"/>
              </a:defRPr>
            </a:lvl1pPr>
          </a:lstStyle>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800" b="1" i="0">
                <a:solidFill>
                  <a:schemeClr val="tx1"/>
                </a:solidFill>
                <a:latin typeface="Arial" panose="020B0704020202020204"/>
                <a:cs typeface="Arial" panose="020B0704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033CC"/>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sz="2800" b="1" i="0">
                <a:solidFill>
                  <a:schemeClr val="tx1"/>
                </a:solidFill>
                <a:latin typeface="Arial" panose="020B0704020202020204"/>
                <a:cs typeface="Arial" panose="020B0704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033CC"/>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6313419" y="1028700"/>
            <a:ext cx="945879" cy="236469"/>
          </a:xfrm>
          <a:prstGeom prst="rect">
            <a:avLst/>
          </a:prstGeom>
        </p:spPr>
      </p:pic>
      <p:sp>
        <p:nvSpPr>
          <p:cNvPr id="17" name="bg object 17"/>
          <p:cNvSpPr/>
          <p:nvPr/>
        </p:nvSpPr>
        <p:spPr>
          <a:xfrm>
            <a:off x="16786359" y="1367995"/>
            <a:ext cx="1501775" cy="7551420"/>
          </a:xfrm>
          <a:custGeom>
            <a:avLst/>
            <a:gdLst/>
            <a:ahLst/>
            <a:cxnLst/>
            <a:rect l="l" t="t" r="r" b="b"/>
            <a:pathLst>
              <a:path w="1501775" h="7551420">
                <a:moveTo>
                  <a:pt x="1501640" y="0"/>
                </a:moveTo>
                <a:lnTo>
                  <a:pt x="1454605" y="50316"/>
                </a:lnTo>
                <a:lnTo>
                  <a:pt x="1424300" y="83456"/>
                </a:lnTo>
                <a:lnTo>
                  <a:pt x="1394262" y="116844"/>
                </a:lnTo>
                <a:lnTo>
                  <a:pt x="1364494" y="150478"/>
                </a:lnTo>
                <a:lnTo>
                  <a:pt x="1334997" y="184356"/>
                </a:lnTo>
                <a:lnTo>
                  <a:pt x="1305773" y="218476"/>
                </a:lnTo>
                <a:lnTo>
                  <a:pt x="1276824" y="252837"/>
                </a:lnTo>
                <a:lnTo>
                  <a:pt x="1248151" y="287436"/>
                </a:lnTo>
                <a:lnTo>
                  <a:pt x="1219757" y="322273"/>
                </a:lnTo>
                <a:lnTo>
                  <a:pt x="1191642" y="357346"/>
                </a:lnTo>
                <a:lnTo>
                  <a:pt x="1163809" y="392652"/>
                </a:lnTo>
                <a:lnTo>
                  <a:pt x="1136259" y="428191"/>
                </a:lnTo>
                <a:lnTo>
                  <a:pt x="1108994" y="463960"/>
                </a:lnTo>
                <a:lnTo>
                  <a:pt x="1082016" y="499957"/>
                </a:lnTo>
                <a:lnTo>
                  <a:pt x="1055326" y="536182"/>
                </a:lnTo>
                <a:lnTo>
                  <a:pt x="1028926" y="572632"/>
                </a:lnTo>
                <a:lnTo>
                  <a:pt x="1002818" y="609306"/>
                </a:lnTo>
                <a:lnTo>
                  <a:pt x="977003" y="646202"/>
                </a:lnTo>
                <a:lnTo>
                  <a:pt x="951484" y="683318"/>
                </a:lnTo>
                <a:lnTo>
                  <a:pt x="926261" y="720652"/>
                </a:lnTo>
                <a:lnTo>
                  <a:pt x="901337" y="758203"/>
                </a:lnTo>
                <a:lnTo>
                  <a:pt x="876713" y="795970"/>
                </a:lnTo>
                <a:lnTo>
                  <a:pt x="852392" y="833949"/>
                </a:lnTo>
                <a:lnTo>
                  <a:pt x="828374" y="872141"/>
                </a:lnTo>
                <a:lnTo>
                  <a:pt x="804661" y="910542"/>
                </a:lnTo>
                <a:lnTo>
                  <a:pt x="781255" y="949152"/>
                </a:lnTo>
                <a:lnTo>
                  <a:pt x="758159" y="987969"/>
                </a:lnTo>
                <a:lnTo>
                  <a:pt x="735372" y="1026990"/>
                </a:lnTo>
                <a:lnTo>
                  <a:pt x="712898" y="1066214"/>
                </a:lnTo>
                <a:lnTo>
                  <a:pt x="690738" y="1105640"/>
                </a:lnTo>
                <a:lnTo>
                  <a:pt x="668894" y="1145266"/>
                </a:lnTo>
                <a:lnTo>
                  <a:pt x="647366" y="1185090"/>
                </a:lnTo>
                <a:lnTo>
                  <a:pt x="626158" y="1225110"/>
                </a:lnTo>
                <a:lnTo>
                  <a:pt x="605271" y="1265325"/>
                </a:lnTo>
                <a:lnTo>
                  <a:pt x="584706" y="1305733"/>
                </a:lnTo>
                <a:lnTo>
                  <a:pt x="564465" y="1346332"/>
                </a:lnTo>
                <a:lnTo>
                  <a:pt x="544550" y="1387121"/>
                </a:lnTo>
                <a:lnTo>
                  <a:pt x="524962" y="1428097"/>
                </a:lnTo>
                <a:lnTo>
                  <a:pt x="505704" y="1469260"/>
                </a:lnTo>
                <a:lnTo>
                  <a:pt x="486776" y="1510607"/>
                </a:lnTo>
                <a:lnTo>
                  <a:pt x="468181" y="1552137"/>
                </a:lnTo>
                <a:lnTo>
                  <a:pt x="449921" y="1593848"/>
                </a:lnTo>
                <a:lnTo>
                  <a:pt x="431997" y="1635738"/>
                </a:lnTo>
                <a:lnTo>
                  <a:pt x="414410" y="1677806"/>
                </a:lnTo>
                <a:lnTo>
                  <a:pt x="397163" y="1720050"/>
                </a:lnTo>
                <a:lnTo>
                  <a:pt x="380257" y="1762468"/>
                </a:lnTo>
                <a:lnTo>
                  <a:pt x="363694" y="1805059"/>
                </a:lnTo>
                <a:lnTo>
                  <a:pt x="347475" y="1847820"/>
                </a:lnTo>
                <a:lnTo>
                  <a:pt x="331603" y="1890751"/>
                </a:lnTo>
                <a:lnTo>
                  <a:pt x="316079" y="1933849"/>
                </a:lnTo>
                <a:lnTo>
                  <a:pt x="300904" y="1977113"/>
                </a:lnTo>
                <a:lnTo>
                  <a:pt x="286081" y="2020541"/>
                </a:lnTo>
                <a:lnTo>
                  <a:pt x="271611" y="2064131"/>
                </a:lnTo>
                <a:lnTo>
                  <a:pt x="257495" y="2107882"/>
                </a:lnTo>
                <a:lnTo>
                  <a:pt x="243736" y="2151791"/>
                </a:lnTo>
                <a:lnTo>
                  <a:pt x="230336" y="2195858"/>
                </a:lnTo>
                <a:lnTo>
                  <a:pt x="217295" y="2240080"/>
                </a:lnTo>
                <a:lnTo>
                  <a:pt x="204616" y="2284456"/>
                </a:lnTo>
                <a:lnTo>
                  <a:pt x="192300" y="2328985"/>
                </a:lnTo>
                <a:lnTo>
                  <a:pt x="180349" y="2373663"/>
                </a:lnTo>
                <a:lnTo>
                  <a:pt x="168765" y="2418490"/>
                </a:lnTo>
                <a:lnTo>
                  <a:pt x="157549" y="2463465"/>
                </a:lnTo>
                <a:lnTo>
                  <a:pt x="146704" y="2508584"/>
                </a:lnTo>
                <a:lnTo>
                  <a:pt x="136230" y="2553847"/>
                </a:lnTo>
                <a:lnTo>
                  <a:pt x="126129" y="2599252"/>
                </a:lnTo>
                <a:lnTo>
                  <a:pt x="116404" y="2644798"/>
                </a:lnTo>
                <a:lnTo>
                  <a:pt x="107056" y="2690481"/>
                </a:lnTo>
                <a:lnTo>
                  <a:pt x="98087" y="2736302"/>
                </a:lnTo>
                <a:lnTo>
                  <a:pt x="89498" y="2782257"/>
                </a:lnTo>
                <a:lnTo>
                  <a:pt x="81290" y="2828346"/>
                </a:lnTo>
                <a:lnTo>
                  <a:pt x="73467" y="2874566"/>
                </a:lnTo>
                <a:lnTo>
                  <a:pt x="66029" y="2920917"/>
                </a:lnTo>
                <a:lnTo>
                  <a:pt x="58978" y="2967395"/>
                </a:lnTo>
                <a:lnTo>
                  <a:pt x="52316" y="3014001"/>
                </a:lnTo>
                <a:lnTo>
                  <a:pt x="46045" y="3060731"/>
                </a:lnTo>
                <a:lnTo>
                  <a:pt x="40166" y="3107584"/>
                </a:lnTo>
                <a:lnTo>
                  <a:pt x="34681" y="3154558"/>
                </a:lnTo>
                <a:lnTo>
                  <a:pt x="29591" y="3201653"/>
                </a:lnTo>
                <a:lnTo>
                  <a:pt x="24899" y="3248865"/>
                </a:lnTo>
                <a:lnTo>
                  <a:pt x="20606" y="3296194"/>
                </a:lnTo>
                <a:lnTo>
                  <a:pt x="16714" y="3343637"/>
                </a:lnTo>
                <a:lnTo>
                  <a:pt x="13224" y="3391193"/>
                </a:lnTo>
                <a:lnTo>
                  <a:pt x="10138" y="3438861"/>
                </a:lnTo>
                <a:lnTo>
                  <a:pt x="7459" y="3486638"/>
                </a:lnTo>
                <a:lnTo>
                  <a:pt x="5187" y="3534523"/>
                </a:lnTo>
                <a:lnTo>
                  <a:pt x="3324" y="3582514"/>
                </a:lnTo>
                <a:lnTo>
                  <a:pt x="1872" y="3630609"/>
                </a:lnTo>
                <a:lnTo>
                  <a:pt x="833" y="3678807"/>
                </a:lnTo>
                <a:lnTo>
                  <a:pt x="208" y="3727106"/>
                </a:lnTo>
                <a:lnTo>
                  <a:pt x="0" y="3775504"/>
                </a:lnTo>
                <a:lnTo>
                  <a:pt x="208" y="3823902"/>
                </a:lnTo>
                <a:lnTo>
                  <a:pt x="833" y="3872201"/>
                </a:lnTo>
                <a:lnTo>
                  <a:pt x="1872" y="3920399"/>
                </a:lnTo>
                <a:lnTo>
                  <a:pt x="3324" y="3968494"/>
                </a:lnTo>
                <a:lnTo>
                  <a:pt x="5187" y="4016485"/>
                </a:lnTo>
                <a:lnTo>
                  <a:pt x="7459" y="4064370"/>
                </a:lnTo>
                <a:lnTo>
                  <a:pt x="10138" y="4112147"/>
                </a:lnTo>
                <a:lnTo>
                  <a:pt x="13224" y="4159814"/>
                </a:lnTo>
                <a:lnTo>
                  <a:pt x="16714" y="4207371"/>
                </a:lnTo>
                <a:lnTo>
                  <a:pt x="20606" y="4254814"/>
                </a:lnTo>
                <a:lnTo>
                  <a:pt x="24899" y="4302143"/>
                </a:lnTo>
                <a:lnTo>
                  <a:pt x="29591" y="4349355"/>
                </a:lnTo>
                <a:lnTo>
                  <a:pt x="34681" y="4396449"/>
                </a:lnTo>
                <a:lnTo>
                  <a:pt x="40166" y="4443424"/>
                </a:lnTo>
                <a:lnTo>
                  <a:pt x="46045" y="4490277"/>
                </a:lnTo>
                <a:lnTo>
                  <a:pt x="52316" y="4537007"/>
                </a:lnTo>
                <a:lnTo>
                  <a:pt x="58978" y="4583612"/>
                </a:lnTo>
                <a:lnTo>
                  <a:pt x="66029" y="4630091"/>
                </a:lnTo>
                <a:lnTo>
                  <a:pt x="73467" y="4676442"/>
                </a:lnTo>
                <a:lnTo>
                  <a:pt x="81290" y="4722662"/>
                </a:lnTo>
                <a:lnTo>
                  <a:pt x="89498" y="4768751"/>
                </a:lnTo>
                <a:lnTo>
                  <a:pt x="98087" y="4814706"/>
                </a:lnTo>
                <a:lnTo>
                  <a:pt x="107056" y="4860527"/>
                </a:lnTo>
                <a:lnTo>
                  <a:pt x="116404" y="4906210"/>
                </a:lnTo>
                <a:lnTo>
                  <a:pt x="126129" y="4951755"/>
                </a:lnTo>
                <a:lnTo>
                  <a:pt x="136230" y="4997160"/>
                </a:lnTo>
                <a:lnTo>
                  <a:pt x="146704" y="5042424"/>
                </a:lnTo>
                <a:lnTo>
                  <a:pt x="157549" y="5087543"/>
                </a:lnTo>
                <a:lnTo>
                  <a:pt x="168765" y="5132517"/>
                </a:lnTo>
                <a:lnTo>
                  <a:pt x="180349" y="5177345"/>
                </a:lnTo>
                <a:lnTo>
                  <a:pt x="192300" y="5222023"/>
                </a:lnTo>
                <a:lnTo>
                  <a:pt x="204616" y="5266551"/>
                </a:lnTo>
                <a:lnTo>
                  <a:pt x="217295" y="5310928"/>
                </a:lnTo>
                <a:lnTo>
                  <a:pt x="230336" y="5355150"/>
                </a:lnTo>
                <a:lnTo>
                  <a:pt x="243736" y="5399217"/>
                </a:lnTo>
                <a:lnTo>
                  <a:pt x="257495" y="5443126"/>
                </a:lnTo>
                <a:lnTo>
                  <a:pt x="271611" y="5486877"/>
                </a:lnTo>
                <a:lnTo>
                  <a:pt x="286081" y="5530467"/>
                </a:lnTo>
                <a:lnTo>
                  <a:pt x="300904" y="5573895"/>
                </a:lnTo>
                <a:lnTo>
                  <a:pt x="316079" y="5617159"/>
                </a:lnTo>
                <a:lnTo>
                  <a:pt x="331603" y="5660257"/>
                </a:lnTo>
                <a:lnTo>
                  <a:pt x="347475" y="5703187"/>
                </a:lnTo>
                <a:lnTo>
                  <a:pt x="363694" y="5745949"/>
                </a:lnTo>
                <a:lnTo>
                  <a:pt x="380257" y="5788540"/>
                </a:lnTo>
                <a:lnTo>
                  <a:pt x="397163" y="5830958"/>
                </a:lnTo>
                <a:lnTo>
                  <a:pt x="414410" y="5873202"/>
                </a:lnTo>
                <a:lnTo>
                  <a:pt x="431997" y="5915270"/>
                </a:lnTo>
                <a:lnTo>
                  <a:pt x="449921" y="5957160"/>
                </a:lnTo>
                <a:lnTo>
                  <a:pt x="468181" y="5998871"/>
                </a:lnTo>
                <a:lnTo>
                  <a:pt x="486776" y="6040401"/>
                </a:lnTo>
                <a:lnTo>
                  <a:pt x="505704" y="6081748"/>
                </a:lnTo>
                <a:lnTo>
                  <a:pt x="524962" y="6122911"/>
                </a:lnTo>
                <a:lnTo>
                  <a:pt x="544550" y="6163887"/>
                </a:lnTo>
                <a:lnTo>
                  <a:pt x="564465" y="6204676"/>
                </a:lnTo>
                <a:lnTo>
                  <a:pt x="584706" y="6245275"/>
                </a:lnTo>
                <a:lnTo>
                  <a:pt x="605271" y="6285683"/>
                </a:lnTo>
                <a:lnTo>
                  <a:pt x="626158" y="6325898"/>
                </a:lnTo>
                <a:lnTo>
                  <a:pt x="647366" y="6365918"/>
                </a:lnTo>
                <a:lnTo>
                  <a:pt x="668894" y="6405742"/>
                </a:lnTo>
                <a:lnTo>
                  <a:pt x="690738" y="6445367"/>
                </a:lnTo>
                <a:lnTo>
                  <a:pt x="712898" y="6484793"/>
                </a:lnTo>
                <a:lnTo>
                  <a:pt x="735372" y="6524018"/>
                </a:lnTo>
                <a:lnTo>
                  <a:pt x="758159" y="6563039"/>
                </a:lnTo>
                <a:lnTo>
                  <a:pt x="781255" y="6601856"/>
                </a:lnTo>
                <a:lnTo>
                  <a:pt x="804661" y="6640465"/>
                </a:lnTo>
                <a:lnTo>
                  <a:pt x="828374" y="6678867"/>
                </a:lnTo>
                <a:lnTo>
                  <a:pt x="852392" y="6717058"/>
                </a:lnTo>
                <a:lnTo>
                  <a:pt x="876713" y="6755038"/>
                </a:lnTo>
                <a:lnTo>
                  <a:pt x="901337" y="6792804"/>
                </a:lnTo>
                <a:lnTo>
                  <a:pt x="926261" y="6830356"/>
                </a:lnTo>
                <a:lnTo>
                  <a:pt x="951484" y="6867690"/>
                </a:lnTo>
                <a:lnTo>
                  <a:pt x="977003" y="6904806"/>
                </a:lnTo>
                <a:lnTo>
                  <a:pt x="1002818" y="6941702"/>
                </a:lnTo>
                <a:lnTo>
                  <a:pt x="1028926" y="6978375"/>
                </a:lnTo>
                <a:lnTo>
                  <a:pt x="1055326" y="7014825"/>
                </a:lnTo>
                <a:lnTo>
                  <a:pt x="1082016" y="7051050"/>
                </a:lnTo>
                <a:lnTo>
                  <a:pt x="1108994" y="7087048"/>
                </a:lnTo>
                <a:lnTo>
                  <a:pt x="1136259" y="7122817"/>
                </a:lnTo>
                <a:lnTo>
                  <a:pt x="1163809" y="7158356"/>
                </a:lnTo>
                <a:lnTo>
                  <a:pt x="1191642" y="7193662"/>
                </a:lnTo>
                <a:lnTo>
                  <a:pt x="1219757" y="7228734"/>
                </a:lnTo>
                <a:lnTo>
                  <a:pt x="1248151" y="7263571"/>
                </a:lnTo>
                <a:lnTo>
                  <a:pt x="1276824" y="7298171"/>
                </a:lnTo>
                <a:lnTo>
                  <a:pt x="1305773" y="7332532"/>
                </a:lnTo>
                <a:lnTo>
                  <a:pt x="1334997" y="7366652"/>
                </a:lnTo>
                <a:lnTo>
                  <a:pt x="1364494" y="7400530"/>
                </a:lnTo>
                <a:lnTo>
                  <a:pt x="1394262" y="7434163"/>
                </a:lnTo>
                <a:lnTo>
                  <a:pt x="1424300" y="7467551"/>
                </a:lnTo>
                <a:lnTo>
                  <a:pt x="1454605" y="7500692"/>
                </a:lnTo>
                <a:lnTo>
                  <a:pt x="1485177" y="7533583"/>
                </a:lnTo>
                <a:lnTo>
                  <a:pt x="1501640" y="7551008"/>
                </a:lnTo>
              </a:path>
            </a:pathLst>
          </a:custGeom>
          <a:ln w="619124">
            <a:solidFill>
              <a:srgbClr val="FC6220"/>
            </a:solidFill>
          </a:ln>
        </p:spPr>
        <p:txBody>
          <a:bodyPr wrap="square" lIns="0" tIns="0" rIns="0" bIns="0" rtlCol="0"/>
          <a:lstStyle/>
          <a:p/>
        </p:txBody>
      </p:sp>
      <p:sp>
        <p:nvSpPr>
          <p:cNvPr id="2" name="Holder 2"/>
          <p:cNvSpPr>
            <a:spLocks noGrp="1"/>
          </p:cNvSpPr>
          <p:nvPr>
            <p:ph type="title"/>
          </p:nvPr>
        </p:nvSpPr>
        <p:spPr/>
        <p:txBody>
          <a:bodyPr lIns="0" tIns="0" rIns="0" bIns="0"/>
          <a:lstStyle>
            <a:lvl1pPr>
              <a:defRPr sz="4800" b="1" i="0">
                <a:solidFill>
                  <a:srgbClr val="0033CC"/>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555007" y="291509"/>
            <a:ext cx="11090910" cy="809326"/>
          </a:xfrm>
          <a:prstGeom prst="rect">
            <a:avLst/>
          </a:prstGeom>
        </p:spPr>
        <p:txBody>
          <a:bodyPr wrap="square" lIns="0" tIns="0" rIns="0" bIns="0">
            <a:spAutoFit/>
          </a:bodyPr>
          <a:lstStyle>
            <a:lvl1pPr>
              <a:defRPr sz="4800" b="1" i="0">
                <a:solidFill>
                  <a:srgbClr val="0033CC"/>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2282825" y="1585467"/>
            <a:ext cx="13173075" cy="4995065"/>
          </a:xfrm>
          <a:prstGeom prst="rect">
            <a:avLst/>
          </a:prstGeom>
        </p:spPr>
        <p:txBody>
          <a:bodyPr wrap="square" lIns="0" tIns="0" rIns="0" bIns="0">
            <a:spAutoFit/>
          </a:bodyPr>
          <a:lstStyle>
            <a:lvl1pPr>
              <a:defRPr sz="2800" b="1" i="0">
                <a:solidFill>
                  <a:schemeClr val="tx1"/>
                </a:solidFill>
                <a:latin typeface="Arial" panose="020B0704020202020204"/>
                <a:cs typeface="Arial" panose="020B0704020202020204"/>
              </a:defRPr>
            </a:lvl1pPr>
          </a:lstStyle>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3637379" y="0"/>
            <a:ext cx="4650740" cy="1362075"/>
          </a:xfrm>
          <a:custGeom>
            <a:avLst/>
            <a:gdLst/>
            <a:ahLst/>
            <a:cxnLst/>
            <a:rect l="l" t="t" r="r" b="b"/>
            <a:pathLst>
              <a:path w="4650740" h="1362075">
                <a:moveTo>
                  <a:pt x="0" y="0"/>
                </a:moveTo>
                <a:lnTo>
                  <a:pt x="30771" y="26792"/>
                </a:lnTo>
                <a:lnTo>
                  <a:pt x="64892" y="56016"/>
                </a:lnTo>
                <a:lnTo>
                  <a:pt x="99252" y="84965"/>
                </a:lnTo>
                <a:lnTo>
                  <a:pt x="133852" y="113638"/>
                </a:lnTo>
                <a:lnTo>
                  <a:pt x="168689" y="142032"/>
                </a:lnTo>
                <a:lnTo>
                  <a:pt x="203762" y="170147"/>
                </a:lnTo>
                <a:lnTo>
                  <a:pt x="239068" y="197980"/>
                </a:lnTo>
                <a:lnTo>
                  <a:pt x="274607" y="225530"/>
                </a:lnTo>
                <a:lnTo>
                  <a:pt x="310376" y="252795"/>
                </a:lnTo>
                <a:lnTo>
                  <a:pt x="346373" y="279773"/>
                </a:lnTo>
                <a:lnTo>
                  <a:pt x="382598" y="306463"/>
                </a:lnTo>
                <a:lnTo>
                  <a:pt x="419048" y="332863"/>
                </a:lnTo>
                <a:lnTo>
                  <a:pt x="455722" y="358971"/>
                </a:lnTo>
                <a:lnTo>
                  <a:pt x="492618" y="384786"/>
                </a:lnTo>
                <a:lnTo>
                  <a:pt x="529733" y="410305"/>
                </a:lnTo>
                <a:lnTo>
                  <a:pt x="567068" y="435528"/>
                </a:lnTo>
                <a:lnTo>
                  <a:pt x="604619" y="460452"/>
                </a:lnTo>
                <a:lnTo>
                  <a:pt x="642385" y="485076"/>
                </a:lnTo>
                <a:lnTo>
                  <a:pt x="680365" y="509397"/>
                </a:lnTo>
                <a:lnTo>
                  <a:pt x="718557" y="533415"/>
                </a:lnTo>
                <a:lnTo>
                  <a:pt x="756958" y="557128"/>
                </a:lnTo>
                <a:lnTo>
                  <a:pt x="795568" y="580534"/>
                </a:lnTo>
                <a:lnTo>
                  <a:pt x="834384" y="603630"/>
                </a:lnTo>
                <a:lnTo>
                  <a:pt x="873406" y="626417"/>
                </a:lnTo>
                <a:lnTo>
                  <a:pt x="912630" y="648891"/>
                </a:lnTo>
                <a:lnTo>
                  <a:pt x="952056" y="671051"/>
                </a:lnTo>
                <a:lnTo>
                  <a:pt x="991682" y="692895"/>
                </a:lnTo>
                <a:lnTo>
                  <a:pt x="1031506" y="714423"/>
                </a:lnTo>
                <a:lnTo>
                  <a:pt x="1071526" y="735631"/>
                </a:lnTo>
                <a:lnTo>
                  <a:pt x="1111741" y="756518"/>
                </a:lnTo>
                <a:lnTo>
                  <a:pt x="1152149" y="777083"/>
                </a:lnTo>
                <a:lnTo>
                  <a:pt x="1192748" y="797324"/>
                </a:lnTo>
                <a:lnTo>
                  <a:pt x="1233536" y="817239"/>
                </a:lnTo>
                <a:lnTo>
                  <a:pt x="1274513" y="836827"/>
                </a:lnTo>
                <a:lnTo>
                  <a:pt x="1315676" y="856085"/>
                </a:lnTo>
                <a:lnTo>
                  <a:pt x="1357023" y="875013"/>
                </a:lnTo>
                <a:lnTo>
                  <a:pt x="1398553" y="893607"/>
                </a:lnTo>
                <a:lnTo>
                  <a:pt x="1440264" y="911868"/>
                </a:lnTo>
                <a:lnTo>
                  <a:pt x="1482154" y="929792"/>
                </a:lnTo>
                <a:lnTo>
                  <a:pt x="1524222" y="947379"/>
                </a:lnTo>
                <a:lnTo>
                  <a:pt x="1566466" y="964626"/>
                </a:lnTo>
                <a:lnTo>
                  <a:pt x="1608884" y="981532"/>
                </a:lnTo>
                <a:lnTo>
                  <a:pt x="1651475" y="998095"/>
                </a:lnTo>
                <a:lnTo>
                  <a:pt x="1694236" y="1014314"/>
                </a:lnTo>
                <a:lnTo>
                  <a:pt x="1737167" y="1030186"/>
                </a:lnTo>
                <a:lnTo>
                  <a:pt x="1780265" y="1045710"/>
                </a:lnTo>
                <a:lnTo>
                  <a:pt x="1823529" y="1060885"/>
                </a:lnTo>
                <a:lnTo>
                  <a:pt x="1866956" y="1075708"/>
                </a:lnTo>
                <a:lnTo>
                  <a:pt x="1910546" y="1090178"/>
                </a:lnTo>
                <a:lnTo>
                  <a:pt x="1954297" y="1104294"/>
                </a:lnTo>
                <a:lnTo>
                  <a:pt x="1998207" y="1118052"/>
                </a:lnTo>
                <a:lnTo>
                  <a:pt x="2042274" y="1131453"/>
                </a:lnTo>
                <a:lnTo>
                  <a:pt x="2086496" y="1144494"/>
                </a:lnTo>
                <a:lnTo>
                  <a:pt x="2130872" y="1157173"/>
                </a:lnTo>
                <a:lnTo>
                  <a:pt x="2175400" y="1169489"/>
                </a:lnTo>
                <a:lnTo>
                  <a:pt x="2220079" y="1181440"/>
                </a:lnTo>
                <a:lnTo>
                  <a:pt x="2264906" y="1193024"/>
                </a:lnTo>
                <a:lnTo>
                  <a:pt x="2309880" y="1204240"/>
                </a:lnTo>
                <a:lnTo>
                  <a:pt x="2355000" y="1215085"/>
                </a:lnTo>
                <a:lnTo>
                  <a:pt x="2400263" y="1225559"/>
                </a:lnTo>
                <a:lnTo>
                  <a:pt x="2445668" y="1235660"/>
                </a:lnTo>
                <a:lnTo>
                  <a:pt x="2491213" y="1245385"/>
                </a:lnTo>
                <a:lnTo>
                  <a:pt x="2536897" y="1254733"/>
                </a:lnTo>
                <a:lnTo>
                  <a:pt x="2582717" y="1263702"/>
                </a:lnTo>
                <a:lnTo>
                  <a:pt x="2628673" y="1272291"/>
                </a:lnTo>
                <a:lnTo>
                  <a:pt x="2674762" y="1280499"/>
                </a:lnTo>
                <a:lnTo>
                  <a:pt x="2720982" y="1288322"/>
                </a:lnTo>
                <a:lnTo>
                  <a:pt x="2767332" y="1295760"/>
                </a:lnTo>
                <a:lnTo>
                  <a:pt x="2813811" y="1302811"/>
                </a:lnTo>
                <a:lnTo>
                  <a:pt x="2860416" y="1309473"/>
                </a:lnTo>
                <a:lnTo>
                  <a:pt x="2907146" y="1315744"/>
                </a:lnTo>
                <a:lnTo>
                  <a:pt x="2953999" y="1321623"/>
                </a:lnTo>
                <a:lnTo>
                  <a:pt x="3000974" y="1327108"/>
                </a:lnTo>
                <a:lnTo>
                  <a:pt x="3048068" y="1332198"/>
                </a:lnTo>
                <a:lnTo>
                  <a:pt x="3095281" y="1336890"/>
                </a:lnTo>
                <a:lnTo>
                  <a:pt x="3142610" y="1341183"/>
                </a:lnTo>
                <a:lnTo>
                  <a:pt x="3190053" y="1345075"/>
                </a:lnTo>
                <a:lnTo>
                  <a:pt x="3237609" y="1348565"/>
                </a:lnTo>
                <a:lnTo>
                  <a:pt x="3285276" y="1351651"/>
                </a:lnTo>
                <a:lnTo>
                  <a:pt x="3333053" y="1354330"/>
                </a:lnTo>
                <a:lnTo>
                  <a:pt x="3380938" y="1356602"/>
                </a:lnTo>
                <a:lnTo>
                  <a:pt x="3428929" y="1358465"/>
                </a:lnTo>
                <a:lnTo>
                  <a:pt x="3477024" y="1359917"/>
                </a:lnTo>
                <a:lnTo>
                  <a:pt x="3525222" y="1360956"/>
                </a:lnTo>
                <a:lnTo>
                  <a:pt x="3573521" y="1361581"/>
                </a:lnTo>
                <a:lnTo>
                  <a:pt x="3621920" y="1361789"/>
                </a:lnTo>
                <a:lnTo>
                  <a:pt x="3670318" y="1361581"/>
                </a:lnTo>
                <a:lnTo>
                  <a:pt x="3718617" y="1360956"/>
                </a:lnTo>
                <a:lnTo>
                  <a:pt x="3766815" y="1359917"/>
                </a:lnTo>
                <a:lnTo>
                  <a:pt x="3814910" y="1358465"/>
                </a:lnTo>
                <a:lnTo>
                  <a:pt x="3862901" y="1356602"/>
                </a:lnTo>
                <a:lnTo>
                  <a:pt x="3910786" y="1354330"/>
                </a:lnTo>
                <a:lnTo>
                  <a:pt x="3958563" y="1351651"/>
                </a:lnTo>
                <a:lnTo>
                  <a:pt x="4006230" y="1348565"/>
                </a:lnTo>
                <a:lnTo>
                  <a:pt x="4053786" y="1345075"/>
                </a:lnTo>
                <a:lnTo>
                  <a:pt x="4101230" y="1341183"/>
                </a:lnTo>
                <a:lnTo>
                  <a:pt x="4148558" y="1336890"/>
                </a:lnTo>
                <a:lnTo>
                  <a:pt x="4195771" y="1332198"/>
                </a:lnTo>
                <a:lnTo>
                  <a:pt x="4242865" y="1327108"/>
                </a:lnTo>
                <a:lnTo>
                  <a:pt x="4289840" y="1321623"/>
                </a:lnTo>
                <a:lnTo>
                  <a:pt x="4336693" y="1315744"/>
                </a:lnTo>
                <a:lnTo>
                  <a:pt x="4383423" y="1309473"/>
                </a:lnTo>
                <a:lnTo>
                  <a:pt x="4430028" y="1302811"/>
                </a:lnTo>
                <a:lnTo>
                  <a:pt x="4476507" y="1295760"/>
                </a:lnTo>
                <a:lnTo>
                  <a:pt x="4522857" y="1288322"/>
                </a:lnTo>
                <a:lnTo>
                  <a:pt x="4569078" y="1280499"/>
                </a:lnTo>
                <a:lnTo>
                  <a:pt x="4615166" y="1272291"/>
                </a:lnTo>
                <a:lnTo>
                  <a:pt x="4650620" y="1265665"/>
                </a:lnTo>
              </a:path>
            </a:pathLst>
          </a:custGeom>
          <a:ln w="514349">
            <a:solidFill>
              <a:srgbClr val="FC6220"/>
            </a:solidFill>
          </a:ln>
        </p:spPr>
        <p:txBody>
          <a:bodyPr wrap="square" lIns="0" tIns="0" rIns="0" bIns="0" rtlCol="0"/>
          <a:lstStyle/>
          <a:p/>
        </p:txBody>
      </p:sp>
      <p:sp>
        <p:nvSpPr>
          <p:cNvPr id="3" name="object 3"/>
          <p:cNvSpPr/>
          <p:nvPr/>
        </p:nvSpPr>
        <p:spPr>
          <a:xfrm>
            <a:off x="0" y="911522"/>
            <a:ext cx="1028700" cy="6405245"/>
          </a:xfrm>
          <a:custGeom>
            <a:avLst/>
            <a:gdLst/>
            <a:ahLst/>
            <a:cxnLst/>
            <a:rect l="l" t="t" r="r" b="b"/>
            <a:pathLst>
              <a:path w="1028700" h="6405245">
                <a:moveTo>
                  <a:pt x="0" y="6405106"/>
                </a:moveTo>
                <a:lnTo>
                  <a:pt x="25881" y="6368751"/>
                </a:lnTo>
                <a:lnTo>
                  <a:pt x="51696" y="6331855"/>
                </a:lnTo>
                <a:lnTo>
                  <a:pt x="77215" y="6294739"/>
                </a:lnTo>
                <a:lnTo>
                  <a:pt x="102438" y="6257405"/>
                </a:lnTo>
                <a:lnTo>
                  <a:pt x="127362" y="6219854"/>
                </a:lnTo>
                <a:lnTo>
                  <a:pt x="151986" y="6182087"/>
                </a:lnTo>
                <a:lnTo>
                  <a:pt x="176307" y="6144107"/>
                </a:lnTo>
                <a:lnTo>
                  <a:pt x="200325" y="6105916"/>
                </a:lnTo>
                <a:lnTo>
                  <a:pt x="224038" y="6067515"/>
                </a:lnTo>
                <a:lnTo>
                  <a:pt x="247444" y="6028905"/>
                </a:lnTo>
                <a:lnTo>
                  <a:pt x="270540" y="5990088"/>
                </a:lnTo>
                <a:lnTo>
                  <a:pt x="293327" y="5951067"/>
                </a:lnTo>
                <a:lnTo>
                  <a:pt x="315801" y="5911843"/>
                </a:lnTo>
                <a:lnTo>
                  <a:pt x="337961" y="5872417"/>
                </a:lnTo>
                <a:lnTo>
                  <a:pt x="359805" y="5832791"/>
                </a:lnTo>
                <a:lnTo>
                  <a:pt x="381333" y="5792967"/>
                </a:lnTo>
                <a:lnTo>
                  <a:pt x="402541" y="5752947"/>
                </a:lnTo>
                <a:lnTo>
                  <a:pt x="423428" y="5712732"/>
                </a:lnTo>
                <a:lnTo>
                  <a:pt x="443993" y="5672324"/>
                </a:lnTo>
                <a:lnTo>
                  <a:pt x="464234" y="5631725"/>
                </a:lnTo>
                <a:lnTo>
                  <a:pt x="484149" y="5590936"/>
                </a:lnTo>
                <a:lnTo>
                  <a:pt x="503737" y="5549960"/>
                </a:lnTo>
                <a:lnTo>
                  <a:pt x="522995" y="5508797"/>
                </a:lnTo>
                <a:lnTo>
                  <a:pt x="541923" y="5467450"/>
                </a:lnTo>
                <a:lnTo>
                  <a:pt x="560517" y="5425920"/>
                </a:lnTo>
                <a:lnTo>
                  <a:pt x="578778" y="5384209"/>
                </a:lnTo>
                <a:lnTo>
                  <a:pt x="596702" y="5342319"/>
                </a:lnTo>
                <a:lnTo>
                  <a:pt x="614289" y="5300251"/>
                </a:lnTo>
                <a:lnTo>
                  <a:pt x="631536" y="5258007"/>
                </a:lnTo>
                <a:lnTo>
                  <a:pt x="648442" y="5215589"/>
                </a:lnTo>
                <a:lnTo>
                  <a:pt x="665005" y="5172998"/>
                </a:lnTo>
                <a:lnTo>
                  <a:pt x="681224" y="5130236"/>
                </a:lnTo>
                <a:lnTo>
                  <a:pt x="697096" y="5087306"/>
                </a:lnTo>
                <a:lnTo>
                  <a:pt x="712620" y="5044208"/>
                </a:lnTo>
                <a:lnTo>
                  <a:pt x="727795" y="5000944"/>
                </a:lnTo>
                <a:lnTo>
                  <a:pt x="742618" y="4957516"/>
                </a:lnTo>
                <a:lnTo>
                  <a:pt x="757088" y="4913926"/>
                </a:lnTo>
                <a:lnTo>
                  <a:pt x="771204" y="4870175"/>
                </a:lnTo>
                <a:lnTo>
                  <a:pt x="784962" y="4826266"/>
                </a:lnTo>
                <a:lnTo>
                  <a:pt x="798363" y="4782199"/>
                </a:lnTo>
                <a:lnTo>
                  <a:pt x="811404" y="4737977"/>
                </a:lnTo>
                <a:lnTo>
                  <a:pt x="824083" y="4693601"/>
                </a:lnTo>
                <a:lnTo>
                  <a:pt x="836399" y="4649072"/>
                </a:lnTo>
                <a:lnTo>
                  <a:pt x="848350" y="4604394"/>
                </a:lnTo>
                <a:lnTo>
                  <a:pt x="859934" y="4559567"/>
                </a:lnTo>
                <a:lnTo>
                  <a:pt x="871150" y="4514592"/>
                </a:lnTo>
                <a:lnTo>
                  <a:pt x="881995" y="4469473"/>
                </a:lnTo>
                <a:lnTo>
                  <a:pt x="892469" y="4424210"/>
                </a:lnTo>
                <a:lnTo>
                  <a:pt x="902570" y="4378805"/>
                </a:lnTo>
                <a:lnTo>
                  <a:pt x="912295" y="4333259"/>
                </a:lnTo>
                <a:lnTo>
                  <a:pt x="921643" y="4287576"/>
                </a:lnTo>
                <a:lnTo>
                  <a:pt x="930612" y="4241755"/>
                </a:lnTo>
                <a:lnTo>
                  <a:pt x="939201" y="4195800"/>
                </a:lnTo>
                <a:lnTo>
                  <a:pt x="947409" y="4149711"/>
                </a:lnTo>
                <a:lnTo>
                  <a:pt x="955232" y="4103491"/>
                </a:lnTo>
                <a:lnTo>
                  <a:pt x="962670" y="4057140"/>
                </a:lnTo>
                <a:lnTo>
                  <a:pt x="969721" y="4010662"/>
                </a:lnTo>
                <a:lnTo>
                  <a:pt x="976383" y="3964056"/>
                </a:lnTo>
                <a:lnTo>
                  <a:pt x="982654" y="3917326"/>
                </a:lnTo>
                <a:lnTo>
                  <a:pt x="988533" y="3870473"/>
                </a:lnTo>
                <a:lnTo>
                  <a:pt x="994018" y="3823499"/>
                </a:lnTo>
                <a:lnTo>
                  <a:pt x="999108" y="3776404"/>
                </a:lnTo>
                <a:lnTo>
                  <a:pt x="1003800" y="3729192"/>
                </a:lnTo>
                <a:lnTo>
                  <a:pt x="1008093" y="3681863"/>
                </a:lnTo>
                <a:lnTo>
                  <a:pt x="1011985" y="3634420"/>
                </a:lnTo>
                <a:lnTo>
                  <a:pt x="1015475" y="3586864"/>
                </a:lnTo>
                <a:lnTo>
                  <a:pt x="1018561" y="3539196"/>
                </a:lnTo>
                <a:lnTo>
                  <a:pt x="1021240" y="3491419"/>
                </a:lnTo>
                <a:lnTo>
                  <a:pt x="1023512" y="3443534"/>
                </a:lnTo>
                <a:lnTo>
                  <a:pt x="1025375" y="3395544"/>
                </a:lnTo>
                <a:lnTo>
                  <a:pt x="1026827" y="3347448"/>
                </a:lnTo>
                <a:lnTo>
                  <a:pt x="1027866" y="3299250"/>
                </a:lnTo>
                <a:lnTo>
                  <a:pt x="1028491" y="3250951"/>
                </a:lnTo>
                <a:lnTo>
                  <a:pt x="1028699" y="3202553"/>
                </a:lnTo>
                <a:lnTo>
                  <a:pt x="1028491" y="3154155"/>
                </a:lnTo>
                <a:lnTo>
                  <a:pt x="1027866" y="3105856"/>
                </a:lnTo>
                <a:lnTo>
                  <a:pt x="1026827" y="3057658"/>
                </a:lnTo>
                <a:lnTo>
                  <a:pt x="1025375" y="3009563"/>
                </a:lnTo>
                <a:lnTo>
                  <a:pt x="1023512" y="2961572"/>
                </a:lnTo>
                <a:lnTo>
                  <a:pt x="1021240" y="2913687"/>
                </a:lnTo>
                <a:lnTo>
                  <a:pt x="1018561" y="2865910"/>
                </a:lnTo>
                <a:lnTo>
                  <a:pt x="1015475" y="2818243"/>
                </a:lnTo>
                <a:lnTo>
                  <a:pt x="1011985" y="2770686"/>
                </a:lnTo>
                <a:lnTo>
                  <a:pt x="1008093" y="2723243"/>
                </a:lnTo>
                <a:lnTo>
                  <a:pt x="1003800" y="2675914"/>
                </a:lnTo>
                <a:lnTo>
                  <a:pt x="999108" y="2628702"/>
                </a:lnTo>
                <a:lnTo>
                  <a:pt x="994018" y="2581608"/>
                </a:lnTo>
                <a:lnTo>
                  <a:pt x="988533" y="2534633"/>
                </a:lnTo>
                <a:lnTo>
                  <a:pt x="982654" y="2487780"/>
                </a:lnTo>
                <a:lnTo>
                  <a:pt x="976383" y="2441050"/>
                </a:lnTo>
                <a:lnTo>
                  <a:pt x="969721" y="2394445"/>
                </a:lnTo>
                <a:lnTo>
                  <a:pt x="962670" y="2347966"/>
                </a:lnTo>
                <a:lnTo>
                  <a:pt x="955232" y="2301615"/>
                </a:lnTo>
                <a:lnTo>
                  <a:pt x="947409" y="2255395"/>
                </a:lnTo>
                <a:lnTo>
                  <a:pt x="939201" y="2209306"/>
                </a:lnTo>
                <a:lnTo>
                  <a:pt x="930612" y="2163351"/>
                </a:lnTo>
                <a:lnTo>
                  <a:pt x="921643" y="2117530"/>
                </a:lnTo>
                <a:lnTo>
                  <a:pt x="912295" y="2071847"/>
                </a:lnTo>
                <a:lnTo>
                  <a:pt x="902570" y="2026302"/>
                </a:lnTo>
                <a:lnTo>
                  <a:pt x="892469" y="1980897"/>
                </a:lnTo>
                <a:lnTo>
                  <a:pt x="881995" y="1935633"/>
                </a:lnTo>
                <a:lnTo>
                  <a:pt x="871150" y="1890514"/>
                </a:lnTo>
                <a:lnTo>
                  <a:pt x="859934" y="1845540"/>
                </a:lnTo>
                <a:lnTo>
                  <a:pt x="848350" y="1800712"/>
                </a:lnTo>
                <a:lnTo>
                  <a:pt x="836399" y="1756034"/>
                </a:lnTo>
                <a:lnTo>
                  <a:pt x="824083" y="1711505"/>
                </a:lnTo>
                <a:lnTo>
                  <a:pt x="811404" y="1667129"/>
                </a:lnTo>
                <a:lnTo>
                  <a:pt x="798363" y="1622907"/>
                </a:lnTo>
                <a:lnTo>
                  <a:pt x="784962" y="1578840"/>
                </a:lnTo>
                <a:lnTo>
                  <a:pt x="771204" y="1534931"/>
                </a:lnTo>
                <a:lnTo>
                  <a:pt x="757088" y="1491180"/>
                </a:lnTo>
                <a:lnTo>
                  <a:pt x="742618" y="1447590"/>
                </a:lnTo>
                <a:lnTo>
                  <a:pt x="727795" y="1404162"/>
                </a:lnTo>
                <a:lnTo>
                  <a:pt x="712620" y="1360898"/>
                </a:lnTo>
                <a:lnTo>
                  <a:pt x="697096" y="1317800"/>
                </a:lnTo>
                <a:lnTo>
                  <a:pt x="681224" y="1274870"/>
                </a:lnTo>
                <a:lnTo>
                  <a:pt x="665005" y="1232108"/>
                </a:lnTo>
                <a:lnTo>
                  <a:pt x="648442" y="1189517"/>
                </a:lnTo>
                <a:lnTo>
                  <a:pt x="631536" y="1147099"/>
                </a:lnTo>
                <a:lnTo>
                  <a:pt x="614289" y="1104855"/>
                </a:lnTo>
                <a:lnTo>
                  <a:pt x="596702" y="1062787"/>
                </a:lnTo>
                <a:lnTo>
                  <a:pt x="578778" y="1020897"/>
                </a:lnTo>
                <a:lnTo>
                  <a:pt x="560517" y="979186"/>
                </a:lnTo>
                <a:lnTo>
                  <a:pt x="541923" y="937656"/>
                </a:lnTo>
                <a:lnTo>
                  <a:pt x="522995" y="896309"/>
                </a:lnTo>
                <a:lnTo>
                  <a:pt x="503737" y="855146"/>
                </a:lnTo>
                <a:lnTo>
                  <a:pt x="484149" y="814170"/>
                </a:lnTo>
                <a:lnTo>
                  <a:pt x="464234" y="773381"/>
                </a:lnTo>
                <a:lnTo>
                  <a:pt x="443993" y="732782"/>
                </a:lnTo>
                <a:lnTo>
                  <a:pt x="423428" y="692374"/>
                </a:lnTo>
                <a:lnTo>
                  <a:pt x="402541" y="652159"/>
                </a:lnTo>
                <a:lnTo>
                  <a:pt x="381333" y="612139"/>
                </a:lnTo>
                <a:lnTo>
                  <a:pt x="359805" y="572315"/>
                </a:lnTo>
                <a:lnTo>
                  <a:pt x="337961" y="532689"/>
                </a:lnTo>
                <a:lnTo>
                  <a:pt x="315801" y="493263"/>
                </a:lnTo>
                <a:lnTo>
                  <a:pt x="293327" y="454039"/>
                </a:lnTo>
                <a:lnTo>
                  <a:pt x="270540" y="415018"/>
                </a:lnTo>
                <a:lnTo>
                  <a:pt x="247444" y="376201"/>
                </a:lnTo>
                <a:lnTo>
                  <a:pt x="224038" y="337591"/>
                </a:lnTo>
                <a:lnTo>
                  <a:pt x="200325" y="299190"/>
                </a:lnTo>
                <a:lnTo>
                  <a:pt x="176307" y="260998"/>
                </a:lnTo>
                <a:lnTo>
                  <a:pt x="151986" y="223019"/>
                </a:lnTo>
                <a:lnTo>
                  <a:pt x="127362" y="185252"/>
                </a:lnTo>
                <a:lnTo>
                  <a:pt x="102438" y="147701"/>
                </a:lnTo>
                <a:lnTo>
                  <a:pt x="77215" y="110367"/>
                </a:lnTo>
                <a:lnTo>
                  <a:pt x="51696" y="73251"/>
                </a:lnTo>
                <a:lnTo>
                  <a:pt x="25881" y="36355"/>
                </a:lnTo>
                <a:lnTo>
                  <a:pt x="0" y="0"/>
                </a:lnTo>
              </a:path>
            </a:pathLst>
          </a:custGeom>
          <a:ln w="514349">
            <a:solidFill>
              <a:srgbClr val="FC6220"/>
            </a:solidFill>
          </a:ln>
        </p:spPr>
        <p:txBody>
          <a:bodyPr wrap="square" lIns="0" tIns="0" rIns="0" bIns="0" rtlCol="0"/>
          <a:lstStyle/>
          <a:p/>
        </p:txBody>
      </p:sp>
      <p:pic>
        <p:nvPicPr>
          <p:cNvPr id="4" name="object 4"/>
          <p:cNvPicPr/>
          <p:nvPr/>
        </p:nvPicPr>
        <p:blipFill>
          <a:blip r:embed="rId1" cstate="print"/>
          <a:stretch>
            <a:fillRect/>
          </a:stretch>
        </p:blipFill>
        <p:spPr>
          <a:xfrm>
            <a:off x="6731134" y="386262"/>
            <a:ext cx="4469374" cy="1079849"/>
          </a:xfrm>
          <a:prstGeom prst="rect">
            <a:avLst/>
          </a:prstGeom>
        </p:spPr>
      </p:pic>
      <p:sp>
        <p:nvSpPr>
          <p:cNvPr id="5" name="object 5" descr="$PPTXTitle"/>
          <p:cNvSpPr txBox="1">
            <a:spLocks noGrp="1"/>
          </p:cNvSpPr>
          <p:nvPr>
            <p:ph type="title"/>
          </p:nvPr>
        </p:nvSpPr>
        <p:spPr>
          <a:xfrm>
            <a:off x="1450340" y="1617345"/>
            <a:ext cx="15424785" cy="1056005"/>
          </a:xfrm>
          <a:prstGeom prst="rect">
            <a:avLst/>
          </a:prstGeom>
        </p:spPr>
        <p:txBody>
          <a:bodyPr vert="horz" wrap="square" lIns="0" tIns="12700" rIns="0" bIns="0" rtlCol="0">
            <a:spAutoFit/>
          </a:bodyPr>
          <a:lstStyle/>
          <a:p>
            <a:pPr algn="ctr">
              <a:lnSpc>
                <a:spcPts val="3830"/>
              </a:lnSpc>
              <a:spcBef>
                <a:spcPts val="100"/>
              </a:spcBef>
            </a:pPr>
            <a:r>
              <a:rPr sz="3200" spc="-55" dirty="0">
                <a:solidFill>
                  <a:srgbClr val="000000"/>
                </a:solidFill>
                <a:latin typeface="Cambria"/>
                <a:cs typeface="Cambria"/>
              </a:rPr>
              <a:t>Vel</a:t>
            </a:r>
            <a:r>
              <a:rPr sz="3200" spc="-100" dirty="0">
                <a:solidFill>
                  <a:srgbClr val="000000"/>
                </a:solidFill>
                <a:latin typeface="Cambria"/>
                <a:cs typeface="Cambria"/>
              </a:rPr>
              <a:t> </a:t>
            </a:r>
            <a:r>
              <a:rPr sz="3200" spc="-65" dirty="0">
                <a:solidFill>
                  <a:srgbClr val="000000"/>
                </a:solidFill>
                <a:latin typeface="Cambria"/>
                <a:cs typeface="Cambria"/>
              </a:rPr>
              <a:t>Tech</a:t>
            </a:r>
            <a:r>
              <a:rPr sz="3200" spc="-95" dirty="0">
                <a:solidFill>
                  <a:srgbClr val="000000"/>
                </a:solidFill>
                <a:latin typeface="Cambria"/>
                <a:cs typeface="Cambria"/>
              </a:rPr>
              <a:t> </a:t>
            </a:r>
            <a:r>
              <a:rPr sz="3200" spc="-10" dirty="0">
                <a:solidFill>
                  <a:srgbClr val="000000"/>
                </a:solidFill>
                <a:latin typeface="Cambria"/>
                <a:cs typeface="Cambria"/>
              </a:rPr>
              <a:t>Rangarajan</a:t>
            </a:r>
            <a:r>
              <a:rPr sz="3200" spc="-95" dirty="0">
                <a:solidFill>
                  <a:srgbClr val="000000"/>
                </a:solidFill>
                <a:latin typeface="Cambria"/>
                <a:cs typeface="Cambria"/>
              </a:rPr>
              <a:t> </a:t>
            </a:r>
            <a:r>
              <a:rPr sz="3200" spc="-75" dirty="0">
                <a:solidFill>
                  <a:srgbClr val="000000"/>
                </a:solidFill>
                <a:latin typeface="Cambria"/>
                <a:cs typeface="Cambria"/>
              </a:rPr>
              <a:t>Dr.</a:t>
            </a:r>
            <a:r>
              <a:rPr sz="3200" spc="-95" dirty="0">
                <a:solidFill>
                  <a:srgbClr val="000000"/>
                </a:solidFill>
                <a:latin typeface="Cambria"/>
                <a:cs typeface="Cambria"/>
              </a:rPr>
              <a:t> </a:t>
            </a:r>
            <a:r>
              <a:rPr sz="3200" dirty="0">
                <a:solidFill>
                  <a:srgbClr val="000000"/>
                </a:solidFill>
                <a:latin typeface="Cambria"/>
                <a:cs typeface="Cambria"/>
              </a:rPr>
              <a:t>Sagunthala</a:t>
            </a:r>
            <a:r>
              <a:rPr sz="3200" spc="-95" dirty="0">
                <a:solidFill>
                  <a:srgbClr val="000000"/>
                </a:solidFill>
                <a:latin typeface="Cambria"/>
                <a:cs typeface="Cambria"/>
              </a:rPr>
              <a:t> </a:t>
            </a:r>
            <a:r>
              <a:rPr sz="3200" dirty="0">
                <a:solidFill>
                  <a:srgbClr val="000000"/>
                </a:solidFill>
                <a:latin typeface="Cambria"/>
                <a:cs typeface="Cambria"/>
              </a:rPr>
              <a:t>R&amp;D</a:t>
            </a:r>
            <a:r>
              <a:rPr sz="3200" spc="-100" dirty="0">
                <a:solidFill>
                  <a:srgbClr val="000000"/>
                </a:solidFill>
                <a:latin typeface="Cambria"/>
                <a:cs typeface="Cambria"/>
              </a:rPr>
              <a:t> </a:t>
            </a:r>
            <a:r>
              <a:rPr sz="3200" spc="-10" dirty="0">
                <a:solidFill>
                  <a:srgbClr val="000000"/>
                </a:solidFill>
                <a:latin typeface="Cambria"/>
                <a:cs typeface="Cambria"/>
              </a:rPr>
              <a:t>Institute</a:t>
            </a:r>
            <a:r>
              <a:rPr sz="3200" spc="-95" dirty="0">
                <a:solidFill>
                  <a:srgbClr val="000000"/>
                </a:solidFill>
                <a:latin typeface="Cambria"/>
                <a:cs typeface="Cambria"/>
              </a:rPr>
              <a:t> </a:t>
            </a:r>
            <a:r>
              <a:rPr sz="3200" dirty="0">
                <a:solidFill>
                  <a:srgbClr val="000000"/>
                </a:solidFill>
                <a:latin typeface="Cambria"/>
                <a:cs typeface="Cambria"/>
              </a:rPr>
              <a:t>of</a:t>
            </a:r>
            <a:r>
              <a:rPr sz="3200" spc="-95" dirty="0">
                <a:solidFill>
                  <a:srgbClr val="000000"/>
                </a:solidFill>
                <a:latin typeface="Cambria"/>
                <a:cs typeface="Cambria"/>
              </a:rPr>
              <a:t> </a:t>
            </a:r>
            <a:r>
              <a:rPr sz="3200" dirty="0">
                <a:solidFill>
                  <a:srgbClr val="000000"/>
                </a:solidFill>
                <a:latin typeface="Cambria"/>
                <a:cs typeface="Cambria"/>
              </a:rPr>
              <a:t>Science</a:t>
            </a:r>
            <a:r>
              <a:rPr sz="3200" spc="-95" dirty="0">
                <a:solidFill>
                  <a:srgbClr val="000000"/>
                </a:solidFill>
                <a:latin typeface="Cambria"/>
                <a:cs typeface="Cambria"/>
              </a:rPr>
              <a:t> </a:t>
            </a:r>
            <a:r>
              <a:rPr sz="3200" dirty="0">
                <a:solidFill>
                  <a:srgbClr val="000000"/>
                </a:solidFill>
                <a:latin typeface="Cambria"/>
                <a:cs typeface="Cambria"/>
              </a:rPr>
              <a:t>and</a:t>
            </a:r>
            <a:r>
              <a:rPr sz="3200" spc="-95" dirty="0">
                <a:solidFill>
                  <a:srgbClr val="000000"/>
                </a:solidFill>
                <a:latin typeface="Cambria"/>
                <a:cs typeface="Cambria"/>
              </a:rPr>
              <a:t> </a:t>
            </a:r>
            <a:r>
              <a:rPr sz="3200" spc="-10" dirty="0">
                <a:solidFill>
                  <a:srgbClr val="000000"/>
                </a:solidFill>
                <a:latin typeface="Cambria"/>
                <a:cs typeface="Cambria"/>
              </a:rPr>
              <a:t>Technology</a:t>
            </a:r>
            <a:endParaRPr sz="3200">
              <a:latin typeface="Cambria"/>
              <a:cs typeface="Cambria"/>
            </a:endParaRPr>
          </a:p>
          <a:p>
            <a:pPr marL="5715" algn="ctr">
              <a:lnSpc>
                <a:spcPts val="4310"/>
              </a:lnSpc>
            </a:pPr>
            <a:r>
              <a:rPr sz="3600" dirty="0">
                <a:solidFill>
                  <a:srgbClr val="000000"/>
                </a:solidFill>
                <a:latin typeface="Cambria"/>
                <a:cs typeface="Cambria"/>
              </a:rPr>
              <a:t>School</a:t>
            </a:r>
            <a:r>
              <a:rPr sz="3600" spc="-80" dirty="0">
                <a:solidFill>
                  <a:srgbClr val="000000"/>
                </a:solidFill>
                <a:latin typeface="Cambria"/>
                <a:cs typeface="Cambria"/>
              </a:rPr>
              <a:t> </a:t>
            </a:r>
            <a:r>
              <a:rPr sz="3600" dirty="0">
                <a:solidFill>
                  <a:srgbClr val="000000"/>
                </a:solidFill>
                <a:latin typeface="Cambria"/>
                <a:cs typeface="Cambria"/>
              </a:rPr>
              <a:t>of</a:t>
            </a:r>
            <a:r>
              <a:rPr sz="3600" spc="-80" dirty="0">
                <a:solidFill>
                  <a:srgbClr val="000000"/>
                </a:solidFill>
                <a:latin typeface="Cambria"/>
                <a:cs typeface="Cambria"/>
              </a:rPr>
              <a:t> </a:t>
            </a:r>
            <a:r>
              <a:rPr sz="3600" spc="-10" dirty="0">
                <a:solidFill>
                  <a:srgbClr val="000000"/>
                </a:solidFill>
                <a:latin typeface="Cambria"/>
                <a:cs typeface="Cambria"/>
              </a:rPr>
              <a:t>Computing</a:t>
            </a:r>
            <a:endParaRPr sz="3600">
              <a:latin typeface="Cambria"/>
              <a:cs typeface="Cambria"/>
            </a:endParaRPr>
          </a:p>
        </p:txBody>
      </p:sp>
      <p:sp>
        <p:nvSpPr>
          <p:cNvPr id="6" name="object 6"/>
          <p:cNvSpPr txBox="1"/>
          <p:nvPr/>
        </p:nvSpPr>
        <p:spPr>
          <a:xfrm>
            <a:off x="1679575" y="2741295"/>
            <a:ext cx="15272385" cy="4122420"/>
          </a:xfrm>
          <a:prstGeom prst="rect">
            <a:avLst/>
          </a:prstGeom>
        </p:spPr>
        <p:txBody>
          <a:bodyPr vert="horz" wrap="square" lIns="0" tIns="174625" rIns="0" bIns="0" rtlCol="0">
            <a:noAutofit/>
          </a:bodyPr>
          <a:lstStyle/>
          <a:p>
            <a:pPr marL="5715" algn="ctr">
              <a:lnSpc>
                <a:spcPct val="100000"/>
              </a:lnSpc>
              <a:spcBef>
                <a:spcPts val="1375"/>
              </a:spcBef>
            </a:pPr>
            <a:r>
              <a:rPr sz="3200" b="1" spc="-10" dirty="0">
                <a:latin typeface="Cambria"/>
                <a:cs typeface="Cambria"/>
              </a:rPr>
              <a:t>Department</a:t>
            </a:r>
            <a:r>
              <a:rPr sz="3200" b="1" spc="-100" dirty="0">
                <a:latin typeface="Cambria"/>
                <a:cs typeface="Cambria"/>
              </a:rPr>
              <a:t> </a:t>
            </a:r>
            <a:r>
              <a:rPr sz="3200" b="1" dirty="0">
                <a:latin typeface="Cambria"/>
                <a:cs typeface="Cambria"/>
              </a:rPr>
              <a:t>of</a:t>
            </a:r>
            <a:r>
              <a:rPr sz="3200" b="1" spc="-100" dirty="0">
                <a:latin typeface="Cambria"/>
                <a:cs typeface="Cambria"/>
              </a:rPr>
              <a:t> </a:t>
            </a:r>
            <a:r>
              <a:rPr sz="3200" b="1" spc="-10" dirty="0">
                <a:latin typeface="Cambria"/>
                <a:cs typeface="Cambria"/>
              </a:rPr>
              <a:t>Computer</a:t>
            </a:r>
            <a:r>
              <a:rPr sz="3200" b="1" spc="-100" dirty="0">
                <a:latin typeface="Cambria"/>
                <a:cs typeface="Cambria"/>
              </a:rPr>
              <a:t> </a:t>
            </a:r>
            <a:r>
              <a:rPr sz="3200" b="1" dirty="0">
                <a:latin typeface="Cambria"/>
                <a:cs typeface="Cambria"/>
              </a:rPr>
              <a:t>Science</a:t>
            </a:r>
            <a:r>
              <a:rPr sz="3200" b="1" spc="-95" dirty="0">
                <a:latin typeface="Cambria"/>
                <a:cs typeface="Cambria"/>
              </a:rPr>
              <a:t> </a:t>
            </a:r>
            <a:r>
              <a:rPr sz="3200" b="1" dirty="0">
                <a:latin typeface="Cambria"/>
                <a:cs typeface="Cambria"/>
              </a:rPr>
              <a:t>and</a:t>
            </a:r>
            <a:r>
              <a:rPr sz="3200" b="1" spc="-100" dirty="0">
                <a:latin typeface="Cambria"/>
                <a:cs typeface="Cambria"/>
              </a:rPr>
              <a:t> </a:t>
            </a:r>
            <a:r>
              <a:rPr sz="3200" b="1" spc="-10" dirty="0">
                <a:latin typeface="Cambria"/>
                <a:cs typeface="Cambria"/>
              </a:rPr>
              <a:t>Engineering</a:t>
            </a:r>
            <a:r>
              <a:rPr lang="en-US" altLang="en-US" sz="3200" b="1" spc="-10" dirty="0">
                <a:latin typeface="Cambria"/>
                <a:cs typeface="Cambria"/>
              </a:rPr>
              <a:t> (Data Science)</a:t>
            </a:r>
            <a:endParaRPr sz="3200">
              <a:latin typeface="Cambria"/>
              <a:cs typeface="Cambria"/>
            </a:endParaRPr>
          </a:p>
          <a:p>
            <a:pPr algn="ctr">
              <a:lnSpc>
                <a:spcPct val="100000"/>
              </a:lnSpc>
              <a:spcBef>
                <a:spcPts val="1120"/>
              </a:spcBef>
            </a:pPr>
            <a:r>
              <a:rPr sz="2800" b="1" spc="220" dirty="0">
                <a:solidFill>
                  <a:srgbClr val="0033CC"/>
                </a:solidFill>
                <a:latin typeface="Cambria"/>
                <a:cs typeface="Cambria"/>
              </a:rPr>
              <a:t>10211</a:t>
            </a:r>
            <a:r>
              <a:rPr lang="en-US" altLang="en-US" sz="2800" b="1" spc="220" dirty="0">
                <a:solidFill>
                  <a:srgbClr val="0033CC"/>
                </a:solidFill>
                <a:latin typeface="Cambria"/>
                <a:cs typeface="Cambria"/>
              </a:rPr>
              <a:t>D</a:t>
            </a:r>
            <a:r>
              <a:rPr sz="2800" b="1" spc="220" dirty="0">
                <a:solidFill>
                  <a:srgbClr val="0033CC"/>
                </a:solidFill>
                <a:latin typeface="Cambria"/>
                <a:cs typeface="Cambria"/>
              </a:rPr>
              <a:t>S224</a:t>
            </a:r>
            <a:r>
              <a:rPr sz="2800" b="1" spc="350" dirty="0">
                <a:solidFill>
                  <a:srgbClr val="0033CC"/>
                </a:solidFill>
                <a:latin typeface="Cambria"/>
                <a:cs typeface="Cambria"/>
              </a:rPr>
              <a:t> </a:t>
            </a:r>
            <a:r>
              <a:rPr sz="2800" b="1" spc="250" dirty="0">
                <a:solidFill>
                  <a:srgbClr val="0033CC"/>
                </a:solidFill>
                <a:latin typeface="Cambria"/>
                <a:cs typeface="Cambria"/>
              </a:rPr>
              <a:t>/</a:t>
            </a:r>
            <a:r>
              <a:rPr sz="2800" b="1" spc="350" dirty="0">
                <a:solidFill>
                  <a:srgbClr val="0033CC"/>
                </a:solidFill>
                <a:latin typeface="Cambria"/>
                <a:cs typeface="Cambria"/>
              </a:rPr>
              <a:t> </a:t>
            </a:r>
            <a:r>
              <a:rPr sz="2800" b="1" spc="254" dirty="0">
                <a:solidFill>
                  <a:srgbClr val="0033CC"/>
                </a:solidFill>
                <a:latin typeface="Cambria"/>
                <a:cs typeface="Cambria"/>
              </a:rPr>
              <a:t>FULL</a:t>
            </a:r>
            <a:r>
              <a:rPr sz="2800" b="1" spc="350" dirty="0">
                <a:solidFill>
                  <a:srgbClr val="0033CC"/>
                </a:solidFill>
                <a:latin typeface="Cambria"/>
                <a:cs typeface="Cambria"/>
              </a:rPr>
              <a:t> </a:t>
            </a:r>
            <a:r>
              <a:rPr sz="2800" b="1" spc="300" dirty="0">
                <a:solidFill>
                  <a:srgbClr val="0033CC"/>
                </a:solidFill>
                <a:latin typeface="Cambria"/>
                <a:cs typeface="Cambria"/>
              </a:rPr>
              <a:t>STACK</a:t>
            </a:r>
            <a:r>
              <a:rPr sz="2800" b="1" spc="350" dirty="0">
                <a:solidFill>
                  <a:srgbClr val="0033CC"/>
                </a:solidFill>
                <a:latin typeface="Cambria"/>
                <a:cs typeface="Cambria"/>
              </a:rPr>
              <a:t> </a:t>
            </a:r>
            <a:r>
              <a:rPr sz="2800" b="1" spc="185" dirty="0">
                <a:solidFill>
                  <a:srgbClr val="0033CC"/>
                </a:solidFill>
                <a:latin typeface="Cambria"/>
                <a:cs typeface="Cambria"/>
              </a:rPr>
              <a:t>APPLICATION</a:t>
            </a:r>
            <a:r>
              <a:rPr sz="2800" b="1" spc="345" dirty="0">
                <a:solidFill>
                  <a:srgbClr val="0033CC"/>
                </a:solidFill>
                <a:latin typeface="Cambria"/>
                <a:cs typeface="Cambria"/>
              </a:rPr>
              <a:t> </a:t>
            </a:r>
            <a:r>
              <a:rPr sz="2800" b="1" spc="245" dirty="0">
                <a:solidFill>
                  <a:srgbClr val="0033CC"/>
                </a:solidFill>
                <a:latin typeface="Cambria"/>
                <a:cs typeface="Cambria"/>
              </a:rPr>
              <a:t>DEVELOPMENT</a:t>
            </a:r>
            <a:r>
              <a:rPr sz="2800" b="1" spc="350" dirty="0">
                <a:solidFill>
                  <a:srgbClr val="0033CC"/>
                </a:solidFill>
                <a:latin typeface="Cambria"/>
                <a:cs typeface="Cambria"/>
              </a:rPr>
              <a:t> </a:t>
            </a:r>
            <a:r>
              <a:rPr sz="2800" b="1" spc="140" dirty="0">
                <a:solidFill>
                  <a:srgbClr val="0033CC"/>
                </a:solidFill>
                <a:latin typeface="Cambria"/>
                <a:cs typeface="Cambria"/>
              </a:rPr>
              <a:t>(JAVA)</a:t>
            </a:r>
            <a:endParaRPr sz="2800">
              <a:latin typeface="Cambria"/>
              <a:cs typeface="Cambria"/>
            </a:endParaRPr>
          </a:p>
          <a:p>
            <a:pPr algn="ctr">
              <a:lnSpc>
                <a:spcPct val="100000"/>
              </a:lnSpc>
              <a:spcBef>
                <a:spcPts val="1530"/>
              </a:spcBef>
            </a:pPr>
            <a:r>
              <a:rPr lang="en-US" altLang="" sz="3600" b="1" dirty="0">
                <a:solidFill>
                  <a:srgbClr val="C00000"/>
                </a:solidFill>
                <a:latin typeface="Arial" panose="020B0704020202020204"/>
                <a:cs typeface="Arial" panose="020B0704020202020204"/>
              </a:rPr>
              <a:t>FINAL </a:t>
            </a:r>
            <a:r>
              <a:rPr sz="3600" b="1" dirty="0">
                <a:solidFill>
                  <a:srgbClr val="C00000"/>
                </a:solidFill>
                <a:latin typeface="Arial" panose="020B0704020202020204"/>
                <a:cs typeface="Arial" panose="020B0704020202020204"/>
              </a:rPr>
              <a:t>PROJECT</a:t>
            </a:r>
            <a:r>
              <a:rPr sz="3600" b="1" spc="-45" dirty="0">
                <a:solidFill>
                  <a:srgbClr val="C00000"/>
                </a:solidFill>
                <a:latin typeface="Arial" panose="020B0704020202020204"/>
                <a:cs typeface="Arial" panose="020B0704020202020204"/>
              </a:rPr>
              <a:t> </a:t>
            </a:r>
            <a:r>
              <a:rPr sz="3600" b="1" dirty="0">
                <a:solidFill>
                  <a:srgbClr val="C00000"/>
                </a:solidFill>
                <a:latin typeface="Arial" panose="020B0704020202020204"/>
                <a:cs typeface="Arial" panose="020B0704020202020204"/>
              </a:rPr>
              <a:t>REVIEW</a:t>
            </a:r>
            <a:r>
              <a:rPr sz="3600" b="1" spc="-45" dirty="0">
                <a:solidFill>
                  <a:srgbClr val="C00000"/>
                </a:solidFill>
                <a:latin typeface="Arial" panose="020B0704020202020204"/>
                <a:cs typeface="Arial" panose="020B0704020202020204"/>
              </a:rPr>
              <a:t> </a:t>
            </a:r>
            <a:r>
              <a:rPr sz="3600" b="1" dirty="0">
                <a:solidFill>
                  <a:srgbClr val="C00000"/>
                </a:solidFill>
                <a:latin typeface="Arial" panose="020B0704020202020204"/>
                <a:cs typeface="Arial" panose="020B0704020202020204"/>
              </a:rPr>
              <a:t>:</a:t>
            </a:r>
            <a:r>
              <a:rPr sz="3600" b="1" spc="-40" dirty="0">
                <a:solidFill>
                  <a:srgbClr val="C00000"/>
                </a:solidFill>
                <a:latin typeface="Arial" panose="020B0704020202020204"/>
                <a:cs typeface="Arial" panose="020B0704020202020204"/>
              </a:rPr>
              <a:t> </a:t>
            </a:r>
            <a:r>
              <a:rPr sz="3600" b="1" dirty="0">
                <a:solidFill>
                  <a:srgbClr val="C00000"/>
                </a:solidFill>
                <a:latin typeface="Arial" panose="020B0704020202020204"/>
                <a:cs typeface="Arial" panose="020B0704020202020204"/>
              </a:rPr>
              <a:t>MILESTONE</a:t>
            </a:r>
            <a:r>
              <a:rPr sz="3600" b="1" spc="-40" dirty="0">
                <a:solidFill>
                  <a:srgbClr val="C00000"/>
                </a:solidFill>
                <a:latin typeface="Arial" panose="020B0704020202020204"/>
                <a:cs typeface="Arial" panose="020B0704020202020204"/>
              </a:rPr>
              <a:t> </a:t>
            </a:r>
            <a:r>
              <a:rPr sz="3600" b="1" dirty="0">
                <a:solidFill>
                  <a:srgbClr val="C00000"/>
                </a:solidFill>
                <a:latin typeface="Arial" panose="020B0704020202020204"/>
                <a:cs typeface="Arial" panose="020B0704020202020204"/>
              </a:rPr>
              <a:t>PROJECT</a:t>
            </a:r>
            <a:r>
              <a:rPr sz="3600" b="1" spc="-45" dirty="0">
                <a:solidFill>
                  <a:srgbClr val="C00000"/>
                </a:solidFill>
                <a:latin typeface="Arial" panose="020B0704020202020204"/>
                <a:cs typeface="Arial" panose="020B0704020202020204"/>
              </a:rPr>
              <a:t> </a:t>
            </a:r>
            <a:endParaRPr sz="3600" b="1" spc="-50" dirty="0">
              <a:solidFill>
                <a:srgbClr val="C00000"/>
              </a:solidFill>
              <a:latin typeface="Arial" panose="020B0704020202020204"/>
              <a:cs typeface="Arial" panose="020B0704020202020204"/>
            </a:endParaRPr>
          </a:p>
          <a:p>
            <a:pPr algn="ctr">
              <a:lnSpc>
                <a:spcPct val="100000"/>
              </a:lnSpc>
              <a:spcBef>
                <a:spcPts val="1530"/>
              </a:spcBef>
            </a:pPr>
            <a:r>
              <a:rPr sz="3600" b="1" dirty="0">
                <a:solidFill>
                  <a:srgbClr val="C00000"/>
                </a:solidFill>
                <a:latin typeface="Arial" panose="020B0704020202020204"/>
                <a:cs typeface="Arial" panose="020B0704020202020204"/>
              </a:rPr>
              <a:t>Date:</a:t>
            </a:r>
            <a:r>
              <a:rPr lang="en-US" altLang="" sz="3600" b="1" dirty="0">
                <a:solidFill>
                  <a:srgbClr val="C00000"/>
                </a:solidFill>
                <a:latin typeface="Arial" panose="020B0704020202020204"/>
                <a:cs typeface="Arial" panose="020B0704020202020204"/>
              </a:rPr>
              <a:t>06</a:t>
            </a:r>
            <a:r>
              <a:rPr sz="3600" b="1" spc="-10" dirty="0">
                <a:solidFill>
                  <a:srgbClr val="C00000"/>
                </a:solidFill>
                <a:latin typeface="Arial" panose="020B0704020202020204"/>
                <a:cs typeface="Arial" panose="020B0704020202020204"/>
              </a:rPr>
              <a:t>-</a:t>
            </a:r>
            <a:r>
              <a:rPr lang="en-US" altLang="en-US" sz="3600" b="1" spc="-10" dirty="0">
                <a:solidFill>
                  <a:srgbClr val="C00000"/>
                </a:solidFill>
                <a:latin typeface="Arial" panose="020B0704020202020204"/>
                <a:cs typeface="Arial" panose="020B0704020202020204"/>
              </a:rPr>
              <a:t>05</a:t>
            </a:r>
            <a:r>
              <a:rPr sz="3600" b="1" spc="-10" dirty="0">
                <a:solidFill>
                  <a:srgbClr val="C00000"/>
                </a:solidFill>
                <a:latin typeface="Arial" panose="020B0704020202020204"/>
                <a:cs typeface="Arial" panose="020B0704020202020204"/>
              </a:rPr>
              <a:t>-</a:t>
            </a:r>
            <a:r>
              <a:rPr lang="en-US" altLang="en-US" sz="3600" b="1" spc="-10" dirty="0">
                <a:solidFill>
                  <a:srgbClr val="C00000"/>
                </a:solidFill>
                <a:latin typeface="Arial" panose="020B0704020202020204"/>
                <a:cs typeface="Arial" panose="020B0704020202020204"/>
              </a:rPr>
              <a:t>2026</a:t>
            </a:r>
            <a:endParaRPr lang="en-US" altLang="en-US" sz="3600" b="1" spc="-10" dirty="0">
              <a:solidFill>
                <a:srgbClr val="C00000"/>
              </a:solidFill>
              <a:latin typeface="Arial" panose="020B0704020202020204"/>
              <a:cs typeface="Arial" panose="020B0704020202020204"/>
            </a:endParaRPr>
          </a:p>
          <a:p>
            <a:pPr marL="2540" algn="ctr">
              <a:lnSpc>
                <a:spcPct val="100000"/>
              </a:lnSpc>
            </a:pPr>
            <a:endParaRPr lang="en-US" altLang="en-US" sz="4000" b="1" spc="-20" dirty="0">
              <a:solidFill>
                <a:srgbClr val="0033CC"/>
              </a:solidFill>
              <a:latin typeface="Arial" panose="020B0704020202020204" pitchFamily="34" charset="0"/>
              <a:cs typeface="Arial" panose="020B0704020202020204" pitchFamily="34" charset="0"/>
            </a:endParaRPr>
          </a:p>
          <a:p>
            <a:pPr marL="2540" algn="ctr">
              <a:lnSpc>
                <a:spcPct val="100000"/>
              </a:lnSpc>
            </a:pPr>
            <a:r>
              <a:rPr lang="en-US" altLang="en-US" sz="4000" b="1" spc="-20" dirty="0">
                <a:solidFill>
                  <a:srgbClr val="0033CC"/>
                </a:solidFill>
                <a:latin typeface="Arial" panose="020B0704020202020204" pitchFamily="34" charset="0"/>
                <a:cs typeface="Arial" panose="020B0704020202020204" pitchFamily="34" charset="0"/>
              </a:rPr>
              <a:t> Event Ticket Booking System</a:t>
            </a:r>
            <a:endParaRPr lang="en-US" altLang="en-US" sz="4000" b="1" spc="-20" dirty="0">
              <a:solidFill>
                <a:srgbClr val="0033CC"/>
              </a:solidFill>
              <a:latin typeface="Arial" panose="020B0704020202020204" pitchFamily="34" charset="0"/>
              <a:cs typeface="Arial" panose="020B0704020202020204" pitchFamily="34" charset="0"/>
            </a:endParaRPr>
          </a:p>
        </p:txBody>
      </p:sp>
      <p:sp>
        <p:nvSpPr>
          <p:cNvPr id="7" name="object 7"/>
          <p:cNvSpPr txBox="1"/>
          <p:nvPr/>
        </p:nvSpPr>
        <p:spPr>
          <a:xfrm>
            <a:off x="1067435" y="7581900"/>
            <a:ext cx="5690870" cy="2184400"/>
          </a:xfrm>
          <a:prstGeom prst="rect">
            <a:avLst/>
          </a:prstGeom>
        </p:spPr>
        <p:txBody>
          <a:bodyPr vert="horz" wrap="square" lIns="0" tIns="241300" rIns="0" bIns="0" rtlCol="0">
            <a:noAutofit/>
          </a:bodyPr>
          <a:lstStyle/>
          <a:p>
            <a:pPr marL="12700">
              <a:lnSpc>
                <a:spcPct val="100000"/>
              </a:lnSpc>
              <a:spcBef>
                <a:spcPts val="1900"/>
              </a:spcBef>
            </a:pPr>
            <a:r>
              <a:rPr sz="3000" b="1" dirty="0">
                <a:latin typeface="Cambria"/>
                <a:cs typeface="Cambria"/>
              </a:rPr>
              <a:t>Presented</a:t>
            </a:r>
            <a:r>
              <a:rPr sz="3000" b="1" spc="-130" dirty="0">
                <a:latin typeface="Cambria"/>
                <a:cs typeface="Cambria"/>
              </a:rPr>
              <a:t> </a:t>
            </a:r>
            <a:r>
              <a:rPr sz="3000" b="1" spc="-25" dirty="0">
                <a:latin typeface="Cambria"/>
                <a:cs typeface="Cambria"/>
              </a:rPr>
              <a:t>By:</a:t>
            </a:r>
            <a:endParaRPr sz="3000">
              <a:latin typeface="Cambria"/>
              <a:cs typeface="Cambria"/>
            </a:endParaRPr>
          </a:p>
          <a:p>
            <a:pPr marL="12700">
              <a:lnSpc>
                <a:spcPct val="100000"/>
              </a:lnSpc>
              <a:spcBef>
                <a:spcPts val="1800"/>
              </a:spcBef>
            </a:pPr>
            <a:r>
              <a:rPr sz="3000" dirty="0">
                <a:latin typeface="Cambria"/>
                <a:cs typeface="Cambria"/>
              </a:rPr>
              <a:t>S</a:t>
            </a:r>
            <a:r>
              <a:rPr lang="en-US" altLang="en-US" sz="3000" dirty="0">
                <a:latin typeface="Cambria"/>
                <a:cs typeface="Cambria"/>
              </a:rPr>
              <a:t>.VINOTHA</a:t>
            </a:r>
            <a:r>
              <a:rPr sz="3000" spc="-60" dirty="0">
                <a:latin typeface="Cambria"/>
                <a:cs typeface="Cambria"/>
              </a:rPr>
              <a:t> </a:t>
            </a:r>
            <a:r>
              <a:rPr sz="3000" dirty="0">
                <a:latin typeface="Cambria"/>
                <a:cs typeface="Cambria"/>
              </a:rPr>
              <a:t>–</a:t>
            </a:r>
            <a:r>
              <a:rPr sz="3000" spc="-60" dirty="0">
                <a:latin typeface="Cambria"/>
                <a:cs typeface="Cambria"/>
              </a:rPr>
              <a:t> </a:t>
            </a:r>
            <a:r>
              <a:rPr sz="3000" spc="-10" dirty="0">
                <a:latin typeface="Cambria"/>
                <a:cs typeface="Cambria"/>
              </a:rPr>
              <a:t>VTU</a:t>
            </a:r>
            <a:r>
              <a:rPr lang="en-US" altLang="en-US" sz="3000" spc="-10" dirty="0">
                <a:latin typeface="Cambria"/>
                <a:cs typeface="Cambria"/>
              </a:rPr>
              <a:t>24362</a:t>
            </a:r>
            <a:r>
              <a:rPr sz="3000" spc="-60" dirty="0">
                <a:latin typeface="Cambria"/>
                <a:cs typeface="Cambria"/>
              </a:rPr>
              <a:t> </a:t>
            </a:r>
            <a:r>
              <a:rPr sz="3000" spc="-10" dirty="0">
                <a:latin typeface="Cambria"/>
                <a:cs typeface="Cambria"/>
              </a:rPr>
              <a:t>Reg.No.</a:t>
            </a:r>
            <a:r>
              <a:rPr lang="en-US" altLang="en-US" sz="3000" spc="-10" dirty="0">
                <a:latin typeface="Cambria"/>
                <a:cs typeface="Cambria"/>
              </a:rPr>
              <a:t> 23UEDC0068</a:t>
            </a:r>
            <a:endParaRPr lang="en-US" altLang="en-US" sz="3000" spc="-10" dirty="0">
              <a:latin typeface="Cambria"/>
              <a:cs typeface="Cambria"/>
            </a:endParaRPr>
          </a:p>
        </p:txBody>
      </p:sp>
      <p:sp>
        <p:nvSpPr>
          <p:cNvPr id="8" name="object 8"/>
          <p:cNvSpPr txBox="1"/>
          <p:nvPr/>
        </p:nvSpPr>
        <p:spPr>
          <a:xfrm>
            <a:off x="9448165" y="7600315"/>
            <a:ext cx="8465820" cy="2389505"/>
          </a:xfrm>
          <a:prstGeom prst="rect">
            <a:avLst/>
          </a:prstGeom>
        </p:spPr>
        <p:txBody>
          <a:bodyPr vert="horz" wrap="square" lIns="0" tIns="241300" rIns="0" bIns="0" rtlCol="0">
            <a:noAutofit/>
          </a:bodyPr>
          <a:lstStyle/>
          <a:p>
            <a:pPr marL="12700">
              <a:lnSpc>
                <a:spcPct val="100000"/>
              </a:lnSpc>
              <a:spcBef>
                <a:spcPts val="1900"/>
              </a:spcBef>
            </a:pPr>
            <a:r>
              <a:rPr sz="3000" b="1" dirty="0">
                <a:latin typeface="Cambria"/>
                <a:cs typeface="Cambria"/>
              </a:rPr>
              <a:t>Courses</a:t>
            </a:r>
            <a:r>
              <a:rPr sz="3000" b="1" spc="-55" dirty="0">
                <a:latin typeface="Cambria"/>
                <a:cs typeface="Cambria"/>
              </a:rPr>
              <a:t> </a:t>
            </a:r>
            <a:r>
              <a:rPr sz="3000" b="1" dirty="0">
                <a:latin typeface="Cambria"/>
                <a:cs typeface="Cambria"/>
              </a:rPr>
              <a:t>Handling</a:t>
            </a:r>
            <a:r>
              <a:rPr sz="3000" b="1" spc="-55" dirty="0">
                <a:latin typeface="Cambria"/>
                <a:cs typeface="Cambria"/>
              </a:rPr>
              <a:t> </a:t>
            </a:r>
            <a:r>
              <a:rPr sz="3000" b="1" spc="-10" dirty="0">
                <a:latin typeface="Cambria"/>
                <a:cs typeface="Cambria"/>
              </a:rPr>
              <a:t>Faculty:</a:t>
            </a:r>
            <a:endParaRPr sz="3000">
              <a:latin typeface="Cambria"/>
              <a:cs typeface="Cambria"/>
            </a:endParaRPr>
          </a:p>
          <a:p>
            <a:pPr marL="12700">
              <a:lnSpc>
                <a:spcPct val="100000"/>
              </a:lnSpc>
              <a:spcBef>
                <a:spcPts val="1800"/>
              </a:spcBef>
            </a:pPr>
            <a:r>
              <a:rPr lang="en-US" altLang="" sz="3000" spc="-60" dirty="0">
                <a:latin typeface="+mj-lt"/>
                <a:cs typeface="+mj-lt"/>
              </a:rPr>
              <a:t>Dr</a:t>
            </a:r>
            <a:r>
              <a:rPr sz="3000" spc="-60" dirty="0">
                <a:latin typeface="+mj-lt"/>
                <a:cs typeface="+mj-lt"/>
              </a:rPr>
              <a:t>.</a:t>
            </a:r>
            <a:r>
              <a:rPr lang="en-US" altLang="" sz="3000" spc="-60" dirty="0">
                <a:latin typeface="+mj-lt"/>
                <a:cs typeface="+mj-lt"/>
              </a:rPr>
              <a:t>P.</a:t>
            </a:r>
            <a:r>
              <a:rPr lang="en-US" altLang="en-US" sz="3000" spc="-60" dirty="0">
                <a:latin typeface="+mj-lt"/>
                <a:cs typeface="+mj-lt"/>
              </a:rPr>
              <a:t> </a:t>
            </a:r>
            <a:r>
              <a:rPr lang="en-US" sz="3000" dirty="0">
                <a:latin typeface="+mj-lt"/>
                <a:ea typeface="Cambria" charset="0"/>
                <a:cs typeface="+mj-lt"/>
                <a:sym typeface="+mn-ea"/>
              </a:rPr>
              <a:t>Durga Devi /</a:t>
            </a:r>
            <a:r>
              <a:rPr lang="en-US" altLang="en-US" sz="3000" dirty="0">
                <a:latin typeface="+mj-lt"/>
                <a:ea typeface="Cambria" charset="0"/>
                <a:cs typeface="+mj-lt"/>
                <a:sym typeface="+mn-ea"/>
              </a:rPr>
              <a:t> Assistant Professor/CSE(DS)</a:t>
            </a:r>
            <a:endParaRPr lang="en-US" altLang="en-US" sz="3000" spc="-60" dirty="0">
              <a:latin typeface="+mj-lt"/>
              <a:cs typeface="+mj-lt"/>
            </a:endParaRPr>
          </a:p>
        </p:txBody>
      </p:sp>
      <p:sp>
        <p:nvSpPr>
          <p:cNvPr id="9" name="object 9"/>
          <p:cNvSpPr txBox="1"/>
          <p:nvPr/>
        </p:nvSpPr>
        <p:spPr>
          <a:xfrm>
            <a:off x="2282825" y="6987540"/>
            <a:ext cx="7119620" cy="810260"/>
          </a:xfrm>
          <a:prstGeom prst="rect">
            <a:avLst/>
          </a:prstGeom>
        </p:spPr>
        <p:txBody>
          <a:bodyPr vert="horz" wrap="square" lIns="0" tIns="12700" rIns="0" bIns="0" rtlCol="0">
            <a:noAutofit/>
          </a:bodyPr>
          <a:lstStyle/>
          <a:p>
            <a:pPr marL="12700">
              <a:lnSpc>
                <a:spcPct val="100000"/>
              </a:lnSpc>
              <a:spcBef>
                <a:spcPts val="100"/>
              </a:spcBef>
            </a:pPr>
            <a:r>
              <a:rPr sz="2000" b="1" dirty="0">
                <a:latin typeface="Cambria"/>
                <a:cs typeface="Cambria"/>
              </a:rPr>
              <a:t>SDG:</a:t>
            </a:r>
            <a:r>
              <a:rPr sz="2000" b="1" spc="-20" dirty="0">
                <a:latin typeface="Cambria"/>
                <a:cs typeface="Cambria"/>
              </a:rPr>
              <a:t> </a:t>
            </a:r>
            <a:r>
              <a:rPr sz="2000" b="1" dirty="0">
                <a:latin typeface="Cambria"/>
                <a:cs typeface="Cambria"/>
              </a:rPr>
              <a:t>SDG</a:t>
            </a:r>
            <a:r>
              <a:rPr sz="2000" b="1" spc="-20" dirty="0">
                <a:latin typeface="Cambria"/>
                <a:cs typeface="Cambria"/>
              </a:rPr>
              <a:t> </a:t>
            </a:r>
            <a:r>
              <a:rPr lang="en-US" altLang="en-US" sz="2000" b="1" spc="-20" dirty="0">
                <a:latin typeface="Cambria"/>
                <a:cs typeface="Cambria"/>
              </a:rPr>
              <a:t>3 </a:t>
            </a:r>
            <a:r>
              <a:rPr lang="en-US" altLang="en-US" sz="2000" b="1" spc="-20" dirty="0">
                <a:latin typeface="Cambria"/>
                <a:cs typeface="Cambria"/>
              </a:rPr>
              <a:t>React JS Based Event Ticket Booking System</a:t>
            </a:r>
            <a:endParaRPr lang="en-US" altLang="en-US" sz="2000" b="1" spc="-20" dirty="0">
              <a:latin typeface="Cambria"/>
              <a:cs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6313419" y="910465"/>
            <a:ext cx="945879" cy="236469"/>
          </a:xfrm>
          <a:prstGeom prst="rect">
            <a:avLst/>
          </a:prstGeom>
        </p:spPr>
      </p:pic>
      <p:sp>
        <p:nvSpPr>
          <p:cNvPr id="3" name="object 3"/>
          <p:cNvSpPr/>
          <p:nvPr/>
        </p:nvSpPr>
        <p:spPr>
          <a:xfrm>
            <a:off x="706081" y="1952202"/>
            <a:ext cx="992505" cy="992505"/>
          </a:xfrm>
          <a:custGeom>
            <a:avLst/>
            <a:gdLst/>
            <a:ahLst/>
            <a:cxnLst/>
            <a:rect l="l" t="t" r="r" b="b"/>
            <a:pathLst>
              <a:path w="992505" h="992505">
                <a:moveTo>
                  <a:pt x="496231" y="992462"/>
                </a:moveTo>
                <a:lnTo>
                  <a:pt x="448441" y="990191"/>
                </a:lnTo>
                <a:lnTo>
                  <a:pt x="401935" y="983515"/>
                </a:lnTo>
                <a:lnTo>
                  <a:pt x="356923" y="972642"/>
                </a:lnTo>
                <a:lnTo>
                  <a:pt x="313613" y="957780"/>
                </a:lnTo>
                <a:lnTo>
                  <a:pt x="272211" y="939138"/>
                </a:lnTo>
                <a:lnTo>
                  <a:pt x="232926" y="916923"/>
                </a:lnTo>
                <a:lnTo>
                  <a:pt x="195967" y="891344"/>
                </a:lnTo>
                <a:lnTo>
                  <a:pt x="161541" y="862607"/>
                </a:lnTo>
                <a:lnTo>
                  <a:pt x="129855" y="830921"/>
                </a:lnTo>
                <a:lnTo>
                  <a:pt x="101118" y="796495"/>
                </a:lnTo>
                <a:lnTo>
                  <a:pt x="75539" y="759535"/>
                </a:lnTo>
                <a:lnTo>
                  <a:pt x="53324" y="720251"/>
                </a:lnTo>
                <a:lnTo>
                  <a:pt x="34682" y="678849"/>
                </a:lnTo>
                <a:lnTo>
                  <a:pt x="19820" y="635539"/>
                </a:lnTo>
                <a:lnTo>
                  <a:pt x="8947" y="590527"/>
                </a:lnTo>
                <a:lnTo>
                  <a:pt x="2271" y="544021"/>
                </a:lnTo>
                <a:lnTo>
                  <a:pt x="0" y="496231"/>
                </a:lnTo>
                <a:lnTo>
                  <a:pt x="2271" y="448441"/>
                </a:lnTo>
                <a:lnTo>
                  <a:pt x="8947" y="401935"/>
                </a:lnTo>
                <a:lnTo>
                  <a:pt x="19820" y="356923"/>
                </a:lnTo>
                <a:lnTo>
                  <a:pt x="34682" y="313613"/>
                </a:lnTo>
                <a:lnTo>
                  <a:pt x="53324" y="272211"/>
                </a:lnTo>
                <a:lnTo>
                  <a:pt x="75539" y="232926"/>
                </a:lnTo>
                <a:lnTo>
                  <a:pt x="101118" y="195967"/>
                </a:lnTo>
                <a:lnTo>
                  <a:pt x="129855" y="161541"/>
                </a:lnTo>
                <a:lnTo>
                  <a:pt x="161541" y="129855"/>
                </a:lnTo>
                <a:lnTo>
                  <a:pt x="195967" y="101118"/>
                </a:lnTo>
                <a:lnTo>
                  <a:pt x="232926" y="75539"/>
                </a:lnTo>
                <a:lnTo>
                  <a:pt x="272211" y="53324"/>
                </a:lnTo>
                <a:lnTo>
                  <a:pt x="313613" y="34682"/>
                </a:lnTo>
                <a:lnTo>
                  <a:pt x="356923" y="19820"/>
                </a:lnTo>
                <a:lnTo>
                  <a:pt x="401935" y="8947"/>
                </a:lnTo>
                <a:lnTo>
                  <a:pt x="448441" y="2271"/>
                </a:lnTo>
                <a:lnTo>
                  <a:pt x="496231" y="0"/>
                </a:lnTo>
                <a:lnTo>
                  <a:pt x="544021" y="2271"/>
                </a:lnTo>
                <a:lnTo>
                  <a:pt x="590527" y="8947"/>
                </a:lnTo>
                <a:lnTo>
                  <a:pt x="635539" y="19820"/>
                </a:lnTo>
                <a:lnTo>
                  <a:pt x="678849" y="34682"/>
                </a:lnTo>
                <a:lnTo>
                  <a:pt x="720251" y="53324"/>
                </a:lnTo>
                <a:lnTo>
                  <a:pt x="759536" y="75539"/>
                </a:lnTo>
                <a:lnTo>
                  <a:pt x="796495" y="101118"/>
                </a:lnTo>
                <a:lnTo>
                  <a:pt x="830922" y="129855"/>
                </a:lnTo>
                <a:lnTo>
                  <a:pt x="862607" y="161541"/>
                </a:lnTo>
                <a:lnTo>
                  <a:pt x="891344" y="195967"/>
                </a:lnTo>
                <a:lnTo>
                  <a:pt x="916923" y="232926"/>
                </a:lnTo>
                <a:lnTo>
                  <a:pt x="939138" y="272211"/>
                </a:lnTo>
                <a:lnTo>
                  <a:pt x="957780" y="313613"/>
                </a:lnTo>
                <a:lnTo>
                  <a:pt x="972642" y="356923"/>
                </a:lnTo>
                <a:lnTo>
                  <a:pt x="983515" y="401935"/>
                </a:lnTo>
                <a:lnTo>
                  <a:pt x="990191" y="448441"/>
                </a:lnTo>
                <a:lnTo>
                  <a:pt x="992462" y="496231"/>
                </a:lnTo>
                <a:lnTo>
                  <a:pt x="990191" y="544021"/>
                </a:lnTo>
                <a:lnTo>
                  <a:pt x="983515" y="590527"/>
                </a:lnTo>
                <a:lnTo>
                  <a:pt x="972642" y="635539"/>
                </a:lnTo>
                <a:lnTo>
                  <a:pt x="957780" y="678849"/>
                </a:lnTo>
                <a:lnTo>
                  <a:pt x="939138" y="720251"/>
                </a:lnTo>
                <a:lnTo>
                  <a:pt x="916923" y="759535"/>
                </a:lnTo>
                <a:lnTo>
                  <a:pt x="891344" y="796495"/>
                </a:lnTo>
                <a:lnTo>
                  <a:pt x="862607" y="830921"/>
                </a:lnTo>
                <a:lnTo>
                  <a:pt x="830922" y="862607"/>
                </a:lnTo>
                <a:lnTo>
                  <a:pt x="796495" y="891344"/>
                </a:lnTo>
                <a:lnTo>
                  <a:pt x="759536" y="916923"/>
                </a:lnTo>
                <a:lnTo>
                  <a:pt x="720251" y="939138"/>
                </a:lnTo>
                <a:lnTo>
                  <a:pt x="678849" y="957780"/>
                </a:lnTo>
                <a:lnTo>
                  <a:pt x="635539" y="972642"/>
                </a:lnTo>
                <a:lnTo>
                  <a:pt x="590527" y="983515"/>
                </a:lnTo>
                <a:lnTo>
                  <a:pt x="544021" y="990191"/>
                </a:lnTo>
                <a:lnTo>
                  <a:pt x="496231" y="992462"/>
                </a:lnTo>
                <a:close/>
              </a:path>
            </a:pathLst>
          </a:custGeom>
          <a:solidFill>
            <a:srgbClr val="FC6220"/>
          </a:solidFill>
        </p:spPr>
        <p:txBody>
          <a:bodyPr wrap="square" lIns="0" tIns="0" rIns="0" bIns="0" rtlCol="0"/>
          <a:lstStyle/>
          <a:p/>
        </p:txBody>
      </p:sp>
      <p:sp>
        <p:nvSpPr>
          <p:cNvPr id="4" name="object 4"/>
          <p:cNvSpPr txBox="1"/>
          <p:nvPr/>
        </p:nvSpPr>
        <p:spPr>
          <a:xfrm>
            <a:off x="1094302" y="2181468"/>
            <a:ext cx="216535" cy="436880"/>
          </a:xfrm>
          <a:prstGeom prst="rect">
            <a:avLst/>
          </a:prstGeom>
        </p:spPr>
        <p:txBody>
          <a:bodyPr vert="horz" wrap="square" lIns="0" tIns="12700" rIns="0" bIns="0" rtlCol="0">
            <a:spAutoFit/>
          </a:bodyPr>
          <a:lstStyle/>
          <a:p>
            <a:pPr marL="12700">
              <a:lnSpc>
                <a:spcPct val="100000"/>
              </a:lnSpc>
              <a:spcBef>
                <a:spcPts val="100"/>
              </a:spcBef>
            </a:pPr>
            <a:r>
              <a:rPr sz="2700" spc="-50" dirty="0">
                <a:solidFill>
                  <a:srgbClr val="FFFDFD"/>
                </a:solidFill>
                <a:latin typeface="Arial MT"/>
                <a:cs typeface="Arial MT"/>
              </a:rPr>
              <a:t>1</a:t>
            </a:r>
            <a:endParaRPr sz="2700">
              <a:latin typeface="Arial MT"/>
              <a:cs typeface="Arial MT"/>
            </a:endParaRPr>
          </a:p>
        </p:txBody>
      </p:sp>
      <p:sp>
        <p:nvSpPr>
          <p:cNvPr id="5" name="object 5"/>
          <p:cNvSpPr/>
          <p:nvPr/>
        </p:nvSpPr>
        <p:spPr>
          <a:xfrm>
            <a:off x="948234" y="4447339"/>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6" name="object 6"/>
          <p:cNvSpPr txBox="1"/>
          <p:nvPr/>
        </p:nvSpPr>
        <p:spPr>
          <a:xfrm>
            <a:off x="1129604" y="4559432"/>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4</a:t>
            </a:r>
            <a:endParaRPr sz="1700">
              <a:latin typeface="Arial MT"/>
              <a:cs typeface="Arial MT"/>
            </a:endParaRPr>
          </a:p>
        </p:txBody>
      </p:sp>
      <p:sp>
        <p:nvSpPr>
          <p:cNvPr id="7" name="object 7"/>
          <p:cNvSpPr/>
          <p:nvPr/>
        </p:nvSpPr>
        <p:spPr>
          <a:xfrm>
            <a:off x="948234" y="310736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7"/>
                </a:lnTo>
                <a:lnTo>
                  <a:pt x="15895" y="177026"/>
                </a:lnTo>
                <a:lnTo>
                  <a:pt x="4093" y="223027"/>
                </a:lnTo>
                <a:lnTo>
                  <a:pt x="0" y="271901"/>
                </a:lnTo>
                <a:lnTo>
                  <a:pt x="4093" y="320776"/>
                </a:lnTo>
                <a:lnTo>
                  <a:pt x="15895" y="366777"/>
                </a:lnTo>
                <a:lnTo>
                  <a:pt x="34689" y="409136"/>
                </a:lnTo>
                <a:lnTo>
                  <a:pt x="59756" y="447085"/>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5"/>
                </a:lnTo>
                <a:lnTo>
                  <a:pt x="473468" y="409136"/>
                </a:lnTo>
                <a:lnTo>
                  <a:pt x="492262" y="366777"/>
                </a:lnTo>
                <a:lnTo>
                  <a:pt x="504064" y="320776"/>
                </a:lnTo>
                <a:lnTo>
                  <a:pt x="508157" y="271901"/>
                </a:lnTo>
                <a:lnTo>
                  <a:pt x="504064" y="223027"/>
                </a:lnTo>
                <a:lnTo>
                  <a:pt x="492262" y="177026"/>
                </a:lnTo>
                <a:lnTo>
                  <a:pt x="473468" y="134667"/>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8" name="object 8"/>
          <p:cNvSpPr txBox="1"/>
          <p:nvPr/>
        </p:nvSpPr>
        <p:spPr>
          <a:xfrm>
            <a:off x="1129604" y="3219455"/>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2</a:t>
            </a:r>
            <a:endParaRPr sz="1700">
              <a:latin typeface="Arial MT"/>
              <a:cs typeface="Arial MT"/>
            </a:endParaRPr>
          </a:p>
        </p:txBody>
      </p:sp>
      <p:sp>
        <p:nvSpPr>
          <p:cNvPr id="9" name="object 9"/>
          <p:cNvSpPr/>
          <p:nvPr/>
        </p:nvSpPr>
        <p:spPr>
          <a:xfrm>
            <a:off x="948234" y="511575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0" name="object 10"/>
          <p:cNvSpPr txBox="1"/>
          <p:nvPr/>
        </p:nvSpPr>
        <p:spPr>
          <a:xfrm>
            <a:off x="1129604" y="5227846"/>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5</a:t>
            </a:r>
            <a:endParaRPr sz="1700">
              <a:latin typeface="Arial MT"/>
              <a:cs typeface="Arial MT"/>
            </a:endParaRPr>
          </a:p>
        </p:txBody>
      </p:sp>
      <p:sp>
        <p:nvSpPr>
          <p:cNvPr id="11" name="object 11"/>
          <p:cNvSpPr/>
          <p:nvPr/>
        </p:nvSpPr>
        <p:spPr>
          <a:xfrm>
            <a:off x="948234" y="3776486"/>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2" name="object 12"/>
          <p:cNvSpPr txBox="1"/>
          <p:nvPr/>
        </p:nvSpPr>
        <p:spPr>
          <a:xfrm>
            <a:off x="1129604" y="3888579"/>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3</a:t>
            </a:r>
            <a:endParaRPr sz="1700">
              <a:latin typeface="Arial MT"/>
              <a:cs typeface="Arial MT"/>
            </a:endParaRPr>
          </a:p>
        </p:txBody>
      </p:sp>
      <p:sp>
        <p:nvSpPr>
          <p:cNvPr id="13" name="object 13"/>
          <p:cNvSpPr/>
          <p:nvPr/>
        </p:nvSpPr>
        <p:spPr>
          <a:xfrm>
            <a:off x="948234" y="6455729"/>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7"/>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7"/>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4" name="object 14"/>
          <p:cNvSpPr/>
          <p:nvPr/>
        </p:nvSpPr>
        <p:spPr>
          <a:xfrm>
            <a:off x="948234" y="5784877"/>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5" name="object 15"/>
          <p:cNvSpPr/>
          <p:nvPr/>
        </p:nvSpPr>
        <p:spPr>
          <a:xfrm>
            <a:off x="948234" y="7123361"/>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1"/>
                </a:lnTo>
                <a:lnTo>
                  <a:pt x="165422" y="526793"/>
                </a:lnTo>
                <a:lnTo>
                  <a:pt x="208407" y="539423"/>
                </a:lnTo>
                <a:lnTo>
                  <a:pt x="254078" y="543804"/>
                </a:lnTo>
                <a:lnTo>
                  <a:pt x="299750" y="539423"/>
                </a:lnTo>
                <a:lnTo>
                  <a:pt x="342735" y="526793"/>
                </a:lnTo>
                <a:lnTo>
                  <a:pt x="382317" y="506681"/>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6" name="object 16"/>
          <p:cNvSpPr/>
          <p:nvPr/>
        </p:nvSpPr>
        <p:spPr>
          <a:xfrm>
            <a:off x="948234" y="7790990"/>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8"/>
                </a:lnTo>
                <a:lnTo>
                  <a:pt x="34689" y="409137"/>
                </a:lnTo>
                <a:lnTo>
                  <a:pt x="59756" y="447086"/>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6"/>
                </a:lnTo>
                <a:lnTo>
                  <a:pt x="473468" y="409137"/>
                </a:lnTo>
                <a:lnTo>
                  <a:pt x="492262" y="366778"/>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7" name="object 17"/>
          <p:cNvSpPr txBox="1"/>
          <p:nvPr/>
        </p:nvSpPr>
        <p:spPr>
          <a:xfrm>
            <a:off x="1129604" y="5896971"/>
            <a:ext cx="146050" cy="22910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6</a:t>
            </a:r>
            <a:endParaRPr sz="1700">
              <a:latin typeface="Arial MT"/>
              <a:cs typeface="Arial MT"/>
            </a:endParaRPr>
          </a:p>
          <a:p>
            <a:pPr>
              <a:lnSpc>
                <a:spcPct val="100000"/>
              </a:lnSpc>
              <a:spcBef>
                <a:spcPts val="1285"/>
              </a:spcBef>
            </a:pPr>
            <a:endParaRPr sz="1700">
              <a:latin typeface="Arial MT"/>
              <a:cs typeface="Arial MT"/>
            </a:endParaRPr>
          </a:p>
          <a:p>
            <a:pPr marL="12700">
              <a:lnSpc>
                <a:spcPct val="100000"/>
              </a:lnSpc>
            </a:pPr>
            <a:r>
              <a:rPr sz="1700" spc="-50" dirty="0">
                <a:solidFill>
                  <a:srgbClr val="191919"/>
                </a:solidFill>
                <a:latin typeface="Arial MT"/>
                <a:cs typeface="Arial MT"/>
              </a:rPr>
              <a:t>7</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spcBef>
                <a:spcPts val="5"/>
              </a:spcBef>
            </a:pPr>
            <a:r>
              <a:rPr sz="1700" spc="-50" dirty="0">
                <a:solidFill>
                  <a:srgbClr val="191919"/>
                </a:solidFill>
                <a:latin typeface="Arial MT"/>
                <a:cs typeface="Arial MT"/>
              </a:rPr>
              <a:t>8</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pPr>
            <a:r>
              <a:rPr sz="1700" spc="-50" dirty="0">
                <a:solidFill>
                  <a:srgbClr val="191919"/>
                </a:solidFill>
                <a:latin typeface="Arial MT"/>
                <a:cs typeface="Arial MT"/>
              </a:rPr>
              <a:t>9</a:t>
            </a:r>
            <a:endParaRPr sz="1700">
              <a:latin typeface="Arial MT"/>
              <a:cs typeface="Arial MT"/>
            </a:endParaRPr>
          </a:p>
        </p:txBody>
      </p:sp>
      <p:sp>
        <p:nvSpPr>
          <p:cNvPr id="18" name="object 18" descr="$PPTXTitle"/>
          <p:cNvSpPr txBox="1">
            <a:spLocks noGrp="1"/>
          </p:cNvSpPr>
          <p:nvPr>
            <p:ph type="title"/>
          </p:nvPr>
        </p:nvSpPr>
        <p:spPr>
          <a:prstGeom prst="rect">
            <a:avLst/>
          </a:prstGeom>
        </p:spPr>
        <p:txBody>
          <a:bodyPr vert="horz" wrap="square" lIns="0" tIns="65106" rIns="0" bIns="0" rtlCol="0">
            <a:spAutoFit/>
          </a:bodyPr>
          <a:lstStyle/>
          <a:p>
            <a:pPr marL="3226435">
              <a:lnSpc>
                <a:spcPct val="100000"/>
              </a:lnSpc>
              <a:spcBef>
                <a:spcPts val="100"/>
              </a:spcBef>
            </a:pPr>
            <a:r>
              <a:rPr spc="-10" dirty="0"/>
              <a:t>INTRODUCTION</a:t>
            </a:r>
            <a:endParaRPr spc="-10" dirty="0"/>
          </a:p>
        </p:txBody>
      </p:sp>
      <p:sp>
        <p:nvSpPr>
          <p:cNvPr id="19" name="object 19"/>
          <p:cNvSpPr txBox="1"/>
          <p:nvPr/>
        </p:nvSpPr>
        <p:spPr>
          <a:xfrm>
            <a:off x="2282825" y="2756535"/>
            <a:ext cx="13573125" cy="5408930"/>
          </a:xfrm>
          <a:prstGeom prst="rect">
            <a:avLst/>
          </a:prstGeom>
        </p:spPr>
        <p:txBody>
          <a:bodyPr vert="horz" wrap="square" lIns="0" tIns="12700" rIns="0" bIns="0" rtlCol="0">
            <a:noAutofit/>
          </a:bodyPr>
          <a:lstStyle/>
          <a:p>
            <a:pPr marL="92710" marR="5080" indent="-80645" algn="just">
              <a:lnSpc>
                <a:spcPct val="125000"/>
              </a:lnSpc>
              <a:spcBef>
                <a:spcPts val="100"/>
              </a:spcBef>
            </a:pPr>
            <a:r>
              <a:rPr lang="en-US" altLang="en-US" sz="3200" b="0" i="0">
                <a:latin typeface="Times New Roman" panose="02020603050405020304" charset="0"/>
                <a:cs typeface="Times New Roman" panose="02020603050405020304" charset="0"/>
              </a:rPr>
              <a:t>Event booking systems play a vital role in managing reservations efficiently. Many traditional systems rely on manual processes, which can lead to delays and errors. This project aims to provide a simple and user-friendly web-based solution.Users can view event details and book tickets online easily. The system improves accessibility and reduces manual effort, ensuring a smooth and fast booking experience.The application is built using modern web technologies such as React JS. It demonstrates the real-world implementation of front-end development concepts, including component-based architecture, state management, and form validation.</a:t>
            </a:r>
            <a:endParaRPr lang="en-US" altLang="en-US" sz="3200" b="0" i="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6313419" y="910465"/>
            <a:ext cx="945879" cy="236469"/>
          </a:xfrm>
          <a:prstGeom prst="rect">
            <a:avLst/>
          </a:prstGeom>
        </p:spPr>
      </p:pic>
      <p:sp>
        <p:nvSpPr>
          <p:cNvPr id="3" name="object 3"/>
          <p:cNvSpPr/>
          <p:nvPr/>
        </p:nvSpPr>
        <p:spPr>
          <a:xfrm>
            <a:off x="709356" y="2648112"/>
            <a:ext cx="992505" cy="992505"/>
          </a:xfrm>
          <a:custGeom>
            <a:avLst/>
            <a:gdLst/>
            <a:ahLst/>
            <a:cxnLst/>
            <a:rect l="l" t="t" r="r" b="b"/>
            <a:pathLst>
              <a:path w="992505" h="992504">
                <a:moveTo>
                  <a:pt x="496231" y="992462"/>
                </a:moveTo>
                <a:lnTo>
                  <a:pt x="448441" y="990191"/>
                </a:lnTo>
                <a:lnTo>
                  <a:pt x="401935" y="983515"/>
                </a:lnTo>
                <a:lnTo>
                  <a:pt x="356923" y="972642"/>
                </a:lnTo>
                <a:lnTo>
                  <a:pt x="313613" y="957780"/>
                </a:lnTo>
                <a:lnTo>
                  <a:pt x="272211" y="939138"/>
                </a:lnTo>
                <a:lnTo>
                  <a:pt x="232926" y="916923"/>
                </a:lnTo>
                <a:lnTo>
                  <a:pt x="195967" y="891344"/>
                </a:lnTo>
                <a:lnTo>
                  <a:pt x="161541" y="862607"/>
                </a:lnTo>
                <a:lnTo>
                  <a:pt x="129855" y="830921"/>
                </a:lnTo>
                <a:lnTo>
                  <a:pt x="101118" y="796495"/>
                </a:lnTo>
                <a:lnTo>
                  <a:pt x="75539" y="759535"/>
                </a:lnTo>
                <a:lnTo>
                  <a:pt x="53324" y="720251"/>
                </a:lnTo>
                <a:lnTo>
                  <a:pt x="34682" y="678849"/>
                </a:lnTo>
                <a:lnTo>
                  <a:pt x="19820" y="635539"/>
                </a:lnTo>
                <a:lnTo>
                  <a:pt x="8947" y="590527"/>
                </a:lnTo>
                <a:lnTo>
                  <a:pt x="2271" y="544021"/>
                </a:lnTo>
                <a:lnTo>
                  <a:pt x="0" y="496231"/>
                </a:lnTo>
                <a:lnTo>
                  <a:pt x="2271" y="448440"/>
                </a:lnTo>
                <a:lnTo>
                  <a:pt x="8947" y="401935"/>
                </a:lnTo>
                <a:lnTo>
                  <a:pt x="19820" y="356923"/>
                </a:lnTo>
                <a:lnTo>
                  <a:pt x="34682" y="313613"/>
                </a:lnTo>
                <a:lnTo>
                  <a:pt x="53324" y="272211"/>
                </a:lnTo>
                <a:lnTo>
                  <a:pt x="75539" y="232926"/>
                </a:lnTo>
                <a:lnTo>
                  <a:pt x="101118" y="195967"/>
                </a:lnTo>
                <a:lnTo>
                  <a:pt x="129855" y="161540"/>
                </a:lnTo>
                <a:lnTo>
                  <a:pt x="161541" y="129855"/>
                </a:lnTo>
                <a:lnTo>
                  <a:pt x="195967" y="101118"/>
                </a:lnTo>
                <a:lnTo>
                  <a:pt x="232926" y="75539"/>
                </a:lnTo>
                <a:lnTo>
                  <a:pt x="272211" y="53324"/>
                </a:lnTo>
                <a:lnTo>
                  <a:pt x="313613" y="34682"/>
                </a:lnTo>
                <a:lnTo>
                  <a:pt x="356923" y="19820"/>
                </a:lnTo>
                <a:lnTo>
                  <a:pt x="401935" y="8947"/>
                </a:lnTo>
                <a:lnTo>
                  <a:pt x="448441" y="2271"/>
                </a:lnTo>
                <a:lnTo>
                  <a:pt x="496231" y="0"/>
                </a:lnTo>
                <a:lnTo>
                  <a:pt x="544021" y="2271"/>
                </a:lnTo>
                <a:lnTo>
                  <a:pt x="590527" y="8947"/>
                </a:lnTo>
                <a:lnTo>
                  <a:pt x="635539" y="19820"/>
                </a:lnTo>
                <a:lnTo>
                  <a:pt x="678849" y="34682"/>
                </a:lnTo>
                <a:lnTo>
                  <a:pt x="720251" y="53324"/>
                </a:lnTo>
                <a:lnTo>
                  <a:pt x="759536" y="75539"/>
                </a:lnTo>
                <a:lnTo>
                  <a:pt x="796495" y="101118"/>
                </a:lnTo>
                <a:lnTo>
                  <a:pt x="830922" y="129855"/>
                </a:lnTo>
                <a:lnTo>
                  <a:pt x="862607" y="161540"/>
                </a:lnTo>
                <a:lnTo>
                  <a:pt x="891344" y="195967"/>
                </a:lnTo>
                <a:lnTo>
                  <a:pt x="916923" y="232926"/>
                </a:lnTo>
                <a:lnTo>
                  <a:pt x="939138" y="272211"/>
                </a:lnTo>
                <a:lnTo>
                  <a:pt x="957780" y="313613"/>
                </a:lnTo>
                <a:lnTo>
                  <a:pt x="972642" y="356923"/>
                </a:lnTo>
                <a:lnTo>
                  <a:pt x="983515" y="401935"/>
                </a:lnTo>
                <a:lnTo>
                  <a:pt x="990191" y="448440"/>
                </a:lnTo>
                <a:lnTo>
                  <a:pt x="992462" y="496231"/>
                </a:lnTo>
                <a:lnTo>
                  <a:pt x="990191" y="544021"/>
                </a:lnTo>
                <a:lnTo>
                  <a:pt x="983515" y="590527"/>
                </a:lnTo>
                <a:lnTo>
                  <a:pt x="972642" y="635539"/>
                </a:lnTo>
                <a:lnTo>
                  <a:pt x="957780" y="678849"/>
                </a:lnTo>
                <a:lnTo>
                  <a:pt x="939138" y="720251"/>
                </a:lnTo>
                <a:lnTo>
                  <a:pt x="916923" y="759535"/>
                </a:lnTo>
                <a:lnTo>
                  <a:pt x="891344" y="796495"/>
                </a:lnTo>
                <a:lnTo>
                  <a:pt x="862607" y="830921"/>
                </a:lnTo>
                <a:lnTo>
                  <a:pt x="830922" y="862607"/>
                </a:lnTo>
                <a:lnTo>
                  <a:pt x="796495" y="891344"/>
                </a:lnTo>
                <a:lnTo>
                  <a:pt x="759536" y="916923"/>
                </a:lnTo>
                <a:lnTo>
                  <a:pt x="720251" y="939138"/>
                </a:lnTo>
                <a:lnTo>
                  <a:pt x="678849" y="957780"/>
                </a:lnTo>
                <a:lnTo>
                  <a:pt x="635539" y="972642"/>
                </a:lnTo>
                <a:lnTo>
                  <a:pt x="590527" y="983515"/>
                </a:lnTo>
                <a:lnTo>
                  <a:pt x="544021" y="990191"/>
                </a:lnTo>
                <a:lnTo>
                  <a:pt x="496231" y="992462"/>
                </a:lnTo>
                <a:close/>
              </a:path>
            </a:pathLst>
          </a:custGeom>
          <a:solidFill>
            <a:srgbClr val="FC6220"/>
          </a:solidFill>
        </p:spPr>
        <p:txBody>
          <a:bodyPr wrap="square" lIns="0" tIns="0" rIns="0" bIns="0" rtlCol="0"/>
          <a:lstStyle/>
          <a:p/>
        </p:txBody>
      </p:sp>
      <p:sp>
        <p:nvSpPr>
          <p:cNvPr id="4" name="object 4"/>
          <p:cNvSpPr txBox="1"/>
          <p:nvPr/>
        </p:nvSpPr>
        <p:spPr>
          <a:xfrm>
            <a:off x="1097577" y="2877377"/>
            <a:ext cx="216535" cy="436880"/>
          </a:xfrm>
          <a:prstGeom prst="rect">
            <a:avLst/>
          </a:prstGeom>
        </p:spPr>
        <p:txBody>
          <a:bodyPr vert="horz" wrap="square" lIns="0" tIns="12700" rIns="0" bIns="0" rtlCol="0">
            <a:spAutoFit/>
          </a:bodyPr>
          <a:lstStyle/>
          <a:p>
            <a:pPr marL="12700">
              <a:lnSpc>
                <a:spcPct val="100000"/>
              </a:lnSpc>
              <a:spcBef>
                <a:spcPts val="100"/>
              </a:spcBef>
            </a:pPr>
            <a:r>
              <a:rPr sz="2700" spc="-50" dirty="0">
                <a:solidFill>
                  <a:srgbClr val="FFFDFD"/>
                </a:solidFill>
                <a:latin typeface="Arial MT"/>
                <a:cs typeface="Arial MT"/>
              </a:rPr>
              <a:t>2</a:t>
            </a:r>
            <a:endParaRPr sz="2700">
              <a:latin typeface="Arial MT"/>
              <a:cs typeface="Arial MT"/>
            </a:endParaRPr>
          </a:p>
        </p:txBody>
      </p:sp>
      <p:sp>
        <p:nvSpPr>
          <p:cNvPr id="5" name="object 5"/>
          <p:cNvSpPr/>
          <p:nvPr/>
        </p:nvSpPr>
        <p:spPr>
          <a:xfrm>
            <a:off x="951508" y="442829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6" name="object 6"/>
          <p:cNvSpPr txBox="1"/>
          <p:nvPr/>
        </p:nvSpPr>
        <p:spPr>
          <a:xfrm>
            <a:off x="1132879" y="4540389"/>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4</a:t>
            </a:r>
            <a:endParaRPr sz="1700">
              <a:latin typeface="Arial MT"/>
              <a:cs typeface="Arial MT"/>
            </a:endParaRPr>
          </a:p>
        </p:txBody>
      </p:sp>
      <p:sp>
        <p:nvSpPr>
          <p:cNvPr id="7" name="object 7"/>
          <p:cNvSpPr/>
          <p:nvPr/>
        </p:nvSpPr>
        <p:spPr>
          <a:xfrm>
            <a:off x="951508" y="1982348"/>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8" name="object 8"/>
          <p:cNvSpPr txBox="1"/>
          <p:nvPr/>
        </p:nvSpPr>
        <p:spPr>
          <a:xfrm>
            <a:off x="1132879" y="2094442"/>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1</a:t>
            </a:r>
            <a:endParaRPr sz="1700">
              <a:latin typeface="Arial MT"/>
              <a:cs typeface="Arial MT"/>
            </a:endParaRPr>
          </a:p>
        </p:txBody>
      </p:sp>
      <p:sp>
        <p:nvSpPr>
          <p:cNvPr id="9" name="object 9"/>
          <p:cNvSpPr/>
          <p:nvPr/>
        </p:nvSpPr>
        <p:spPr>
          <a:xfrm>
            <a:off x="951508" y="5094058"/>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0" name="object 10"/>
          <p:cNvSpPr/>
          <p:nvPr/>
        </p:nvSpPr>
        <p:spPr>
          <a:xfrm>
            <a:off x="951508" y="376253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1" name="object 11"/>
          <p:cNvSpPr txBox="1"/>
          <p:nvPr/>
        </p:nvSpPr>
        <p:spPr>
          <a:xfrm>
            <a:off x="1132879" y="3874626"/>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3</a:t>
            </a:r>
            <a:endParaRPr sz="1700">
              <a:latin typeface="Arial MT"/>
              <a:cs typeface="Arial MT"/>
            </a:endParaRPr>
          </a:p>
        </p:txBody>
      </p:sp>
      <p:sp>
        <p:nvSpPr>
          <p:cNvPr id="12" name="object 12"/>
          <p:cNvSpPr/>
          <p:nvPr/>
        </p:nvSpPr>
        <p:spPr>
          <a:xfrm>
            <a:off x="951508" y="6425584"/>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8"/>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8"/>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3" name="object 13"/>
          <p:cNvSpPr/>
          <p:nvPr/>
        </p:nvSpPr>
        <p:spPr>
          <a:xfrm>
            <a:off x="951508" y="575982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4" name="object 14"/>
          <p:cNvSpPr/>
          <p:nvPr/>
        </p:nvSpPr>
        <p:spPr>
          <a:xfrm>
            <a:off x="951508" y="709321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8"/>
                </a:lnTo>
                <a:lnTo>
                  <a:pt x="34689" y="409137"/>
                </a:lnTo>
                <a:lnTo>
                  <a:pt x="59756" y="447086"/>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6"/>
                </a:lnTo>
                <a:lnTo>
                  <a:pt x="473468" y="409137"/>
                </a:lnTo>
                <a:lnTo>
                  <a:pt x="492262" y="366778"/>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5" name="object 15"/>
          <p:cNvSpPr/>
          <p:nvPr/>
        </p:nvSpPr>
        <p:spPr>
          <a:xfrm>
            <a:off x="951508" y="776084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6" name="object 16"/>
          <p:cNvSpPr txBox="1"/>
          <p:nvPr/>
        </p:nvSpPr>
        <p:spPr>
          <a:xfrm>
            <a:off x="1132879" y="5206152"/>
            <a:ext cx="146050" cy="2951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5</a:t>
            </a:r>
            <a:endParaRPr sz="1700">
              <a:latin typeface="Arial MT"/>
              <a:cs typeface="Arial MT"/>
            </a:endParaRPr>
          </a:p>
          <a:p>
            <a:pPr>
              <a:lnSpc>
                <a:spcPct val="100000"/>
              </a:lnSpc>
              <a:spcBef>
                <a:spcPts val="1245"/>
              </a:spcBef>
            </a:pPr>
            <a:endParaRPr sz="1700">
              <a:latin typeface="Arial MT"/>
              <a:cs typeface="Arial MT"/>
            </a:endParaRPr>
          </a:p>
          <a:p>
            <a:pPr marL="12700">
              <a:lnSpc>
                <a:spcPct val="100000"/>
              </a:lnSpc>
            </a:pPr>
            <a:r>
              <a:rPr sz="1700" spc="-50" dirty="0">
                <a:solidFill>
                  <a:srgbClr val="191919"/>
                </a:solidFill>
                <a:latin typeface="Arial MT"/>
                <a:cs typeface="Arial MT"/>
              </a:rPr>
              <a:t>6</a:t>
            </a:r>
            <a:endParaRPr sz="1700">
              <a:latin typeface="Arial MT"/>
              <a:cs typeface="Arial MT"/>
            </a:endParaRPr>
          </a:p>
          <a:p>
            <a:pPr>
              <a:lnSpc>
                <a:spcPct val="100000"/>
              </a:lnSpc>
              <a:spcBef>
                <a:spcPts val="1245"/>
              </a:spcBef>
            </a:pPr>
            <a:endParaRPr sz="1700">
              <a:latin typeface="Arial MT"/>
              <a:cs typeface="Arial MT"/>
            </a:endParaRPr>
          </a:p>
          <a:p>
            <a:pPr marL="12700">
              <a:lnSpc>
                <a:spcPct val="100000"/>
              </a:lnSpc>
              <a:spcBef>
                <a:spcPts val="5"/>
              </a:spcBef>
            </a:pPr>
            <a:r>
              <a:rPr sz="1700" spc="-50" dirty="0">
                <a:solidFill>
                  <a:srgbClr val="191919"/>
                </a:solidFill>
                <a:latin typeface="Arial MT"/>
                <a:cs typeface="Arial MT"/>
              </a:rPr>
              <a:t>7</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pPr>
            <a:r>
              <a:rPr sz="1700" spc="-50" dirty="0">
                <a:solidFill>
                  <a:srgbClr val="191919"/>
                </a:solidFill>
                <a:latin typeface="Arial MT"/>
                <a:cs typeface="Arial MT"/>
              </a:rPr>
              <a:t>8</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pPr>
            <a:r>
              <a:rPr sz="1700" spc="-50" dirty="0">
                <a:solidFill>
                  <a:srgbClr val="191919"/>
                </a:solidFill>
                <a:latin typeface="Arial MT"/>
                <a:cs typeface="Arial MT"/>
              </a:rPr>
              <a:t>9</a:t>
            </a:r>
            <a:endParaRPr sz="1700">
              <a:latin typeface="Arial MT"/>
              <a:cs typeface="Arial MT"/>
            </a:endParaRPr>
          </a:p>
        </p:txBody>
      </p:sp>
      <p:sp>
        <p:nvSpPr>
          <p:cNvPr id="17" name="object 17" descr="$PPTXTitle"/>
          <p:cNvSpPr txBox="1">
            <a:spLocks noGrp="1"/>
          </p:cNvSpPr>
          <p:nvPr>
            <p:ph type="title"/>
          </p:nvPr>
        </p:nvSpPr>
        <p:spPr>
          <a:prstGeom prst="rect">
            <a:avLst/>
          </a:prstGeom>
        </p:spPr>
        <p:txBody>
          <a:bodyPr vert="horz" wrap="square" lIns="0" tIns="65106" rIns="0" bIns="0" rtlCol="0">
            <a:spAutoFit/>
          </a:bodyPr>
          <a:lstStyle/>
          <a:p>
            <a:pPr marL="2065020">
              <a:lnSpc>
                <a:spcPct val="100000"/>
              </a:lnSpc>
              <a:spcBef>
                <a:spcPts val="100"/>
              </a:spcBef>
            </a:pPr>
            <a:r>
              <a:rPr dirty="0"/>
              <a:t>PROBLEM</a:t>
            </a:r>
            <a:r>
              <a:rPr spc="-45" dirty="0"/>
              <a:t> </a:t>
            </a:r>
            <a:r>
              <a:rPr spc="-80" dirty="0"/>
              <a:t>STATEMENT</a:t>
            </a:r>
            <a:endParaRPr spc="-80" dirty="0"/>
          </a:p>
        </p:txBody>
      </p:sp>
      <p:sp>
        <p:nvSpPr>
          <p:cNvPr id="18" name="object 18"/>
          <p:cNvSpPr txBox="1">
            <a:spLocks noGrp="1"/>
          </p:cNvSpPr>
          <p:nvPr>
            <p:ph type="body" idx="1"/>
          </p:nvPr>
        </p:nvSpPr>
        <p:spPr>
          <a:xfrm>
            <a:off x="2282825" y="2542540"/>
            <a:ext cx="13173075" cy="5615305"/>
          </a:xfrm>
          <a:prstGeom prst="rect">
            <a:avLst/>
          </a:prstGeom>
        </p:spPr>
        <p:txBody>
          <a:bodyPr vert="horz" wrap="square" lIns="0" tIns="76708" rIns="0" bIns="0" rtlCol="0">
            <a:noAutofit/>
          </a:bodyPr>
          <a:lstStyle/>
          <a:p>
            <a:pPr marL="190500" marR="5080" algn="just">
              <a:lnSpc>
                <a:spcPct val="110000"/>
              </a:lnSpc>
              <a:spcBef>
                <a:spcPts val="100"/>
              </a:spcBef>
            </a:pPr>
            <a:r>
              <a:rPr lang="en-US" sz="3200" b="0" spc="-10" dirty="0">
                <a:latin typeface="Times New Roman" panose="02020603050405020304" charset="0"/>
                <a:cs typeface="Times New Roman" panose="02020603050405020304" charset="0"/>
              </a:rPr>
              <a:t>I</a:t>
            </a:r>
            <a:r>
              <a:rPr lang="en-US" altLang="en-US" sz="3200" b="0" spc="-10" dirty="0">
                <a:latin typeface="Times New Roman" panose="02020603050405020304" charset="0"/>
                <a:cs typeface="Times New Roman" panose="02020603050405020304" charset="0"/>
              </a:rPr>
              <a:t>n many event management scenarios, the booking process is manual or poorly organized, making it difficult for users to access event information quickly and efficiently. Manual booking methods often result in errors, delays, and overall inefficiency.Additionally, there is no centralized system to manage event reservations effectively. Existing systems often lack user-friendly interfaces, making them difficult to use. Tracking bookings and maintaining records also becomes a challenging task.Therefore, there is a need for an automated and reliable ticket booking system that can streamline the reservation process. The proposed system aims to improve efficiency, ensure accuracy, and enhance the overall user experience.</a:t>
            </a:r>
            <a:endParaRPr lang="en-US" altLang="en-US" sz="3200" b="0" spc="-10" dirty="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09356" y="3315742"/>
            <a:ext cx="992505" cy="992505"/>
          </a:xfrm>
          <a:custGeom>
            <a:avLst/>
            <a:gdLst/>
            <a:ahLst/>
            <a:cxnLst/>
            <a:rect l="l" t="t" r="r" b="b"/>
            <a:pathLst>
              <a:path w="992505" h="992504">
                <a:moveTo>
                  <a:pt x="496231" y="992462"/>
                </a:moveTo>
                <a:lnTo>
                  <a:pt x="448441" y="990191"/>
                </a:lnTo>
                <a:lnTo>
                  <a:pt x="401935" y="983514"/>
                </a:lnTo>
                <a:lnTo>
                  <a:pt x="356923" y="972642"/>
                </a:lnTo>
                <a:lnTo>
                  <a:pt x="313613" y="957780"/>
                </a:lnTo>
                <a:lnTo>
                  <a:pt x="272211" y="939138"/>
                </a:lnTo>
                <a:lnTo>
                  <a:pt x="232926" y="916923"/>
                </a:lnTo>
                <a:lnTo>
                  <a:pt x="195967" y="891343"/>
                </a:lnTo>
                <a:lnTo>
                  <a:pt x="161541" y="862607"/>
                </a:lnTo>
                <a:lnTo>
                  <a:pt x="129855" y="830921"/>
                </a:lnTo>
                <a:lnTo>
                  <a:pt x="101118" y="796495"/>
                </a:lnTo>
                <a:lnTo>
                  <a:pt x="75539" y="759535"/>
                </a:lnTo>
                <a:lnTo>
                  <a:pt x="53324" y="720251"/>
                </a:lnTo>
                <a:lnTo>
                  <a:pt x="34682" y="678849"/>
                </a:lnTo>
                <a:lnTo>
                  <a:pt x="19820" y="635538"/>
                </a:lnTo>
                <a:lnTo>
                  <a:pt x="8947" y="590526"/>
                </a:lnTo>
                <a:lnTo>
                  <a:pt x="2271" y="544021"/>
                </a:lnTo>
                <a:lnTo>
                  <a:pt x="0" y="496231"/>
                </a:lnTo>
                <a:lnTo>
                  <a:pt x="2271" y="448440"/>
                </a:lnTo>
                <a:lnTo>
                  <a:pt x="8947" y="401935"/>
                </a:lnTo>
                <a:lnTo>
                  <a:pt x="19820" y="356923"/>
                </a:lnTo>
                <a:lnTo>
                  <a:pt x="34682" y="313612"/>
                </a:lnTo>
                <a:lnTo>
                  <a:pt x="53324" y="272211"/>
                </a:lnTo>
                <a:lnTo>
                  <a:pt x="75539" y="232926"/>
                </a:lnTo>
                <a:lnTo>
                  <a:pt x="101118" y="195967"/>
                </a:lnTo>
                <a:lnTo>
                  <a:pt x="129855" y="161540"/>
                </a:lnTo>
                <a:lnTo>
                  <a:pt x="161541" y="129855"/>
                </a:lnTo>
                <a:lnTo>
                  <a:pt x="195967" y="101118"/>
                </a:lnTo>
                <a:lnTo>
                  <a:pt x="232926" y="75539"/>
                </a:lnTo>
                <a:lnTo>
                  <a:pt x="272211" y="53324"/>
                </a:lnTo>
                <a:lnTo>
                  <a:pt x="313613" y="34681"/>
                </a:lnTo>
                <a:lnTo>
                  <a:pt x="356923" y="19820"/>
                </a:lnTo>
                <a:lnTo>
                  <a:pt x="401935" y="8947"/>
                </a:lnTo>
                <a:lnTo>
                  <a:pt x="448441" y="2271"/>
                </a:lnTo>
                <a:lnTo>
                  <a:pt x="496231" y="0"/>
                </a:lnTo>
                <a:lnTo>
                  <a:pt x="544021" y="2271"/>
                </a:lnTo>
                <a:lnTo>
                  <a:pt x="590527" y="8947"/>
                </a:lnTo>
                <a:lnTo>
                  <a:pt x="635539" y="19820"/>
                </a:lnTo>
                <a:lnTo>
                  <a:pt x="678849" y="34681"/>
                </a:lnTo>
                <a:lnTo>
                  <a:pt x="720251" y="53324"/>
                </a:lnTo>
                <a:lnTo>
                  <a:pt x="759536" y="75539"/>
                </a:lnTo>
                <a:lnTo>
                  <a:pt x="796495" y="101118"/>
                </a:lnTo>
                <a:lnTo>
                  <a:pt x="830922" y="129855"/>
                </a:lnTo>
                <a:lnTo>
                  <a:pt x="862607" y="161540"/>
                </a:lnTo>
                <a:lnTo>
                  <a:pt x="891344" y="195967"/>
                </a:lnTo>
                <a:lnTo>
                  <a:pt x="916923" y="232926"/>
                </a:lnTo>
                <a:lnTo>
                  <a:pt x="939138" y="272211"/>
                </a:lnTo>
                <a:lnTo>
                  <a:pt x="957780" y="313612"/>
                </a:lnTo>
                <a:lnTo>
                  <a:pt x="972642" y="356923"/>
                </a:lnTo>
                <a:lnTo>
                  <a:pt x="983515" y="401935"/>
                </a:lnTo>
                <a:lnTo>
                  <a:pt x="990191" y="448440"/>
                </a:lnTo>
                <a:lnTo>
                  <a:pt x="992462" y="496231"/>
                </a:lnTo>
                <a:lnTo>
                  <a:pt x="990191" y="544021"/>
                </a:lnTo>
                <a:lnTo>
                  <a:pt x="983515" y="590526"/>
                </a:lnTo>
                <a:lnTo>
                  <a:pt x="972642" y="635538"/>
                </a:lnTo>
                <a:lnTo>
                  <a:pt x="957780" y="678849"/>
                </a:lnTo>
                <a:lnTo>
                  <a:pt x="939138" y="720251"/>
                </a:lnTo>
                <a:lnTo>
                  <a:pt x="916923" y="759535"/>
                </a:lnTo>
                <a:lnTo>
                  <a:pt x="891344" y="796495"/>
                </a:lnTo>
                <a:lnTo>
                  <a:pt x="862607" y="830921"/>
                </a:lnTo>
                <a:lnTo>
                  <a:pt x="830922" y="862607"/>
                </a:lnTo>
                <a:lnTo>
                  <a:pt x="796495" y="891343"/>
                </a:lnTo>
                <a:lnTo>
                  <a:pt x="759536" y="916923"/>
                </a:lnTo>
                <a:lnTo>
                  <a:pt x="720251" y="939138"/>
                </a:lnTo>
                <a:lnTo>
                  <a:pt x="678849" y="957780"/>
                </a:lnTo>
                <a:lnTo>
                  <a:pt x="635539" y="972642"/>
                </a:lnTo>
                <a:lnTo>
                  <a:pt x="590527" y="983514"/>
                </a:lnTo>
                <a:lnTo>
                  <a:pt x="544021" y="990191"/>
                </a:lnTo>
                <a:lnTo>
                  <a:pt x="496231" y="992462"/>
                </a:lnTo>
                <a:close/>
              </a:path>
            </a:pathLst>
          </a:custGeom>
          <a:solidFill>
            <a:srgbClr val="FC6220"/>
          </a:solidFill>
        </p:spPr>
        <p:txBody>
          <a:bodyPr wrap="square" lIns="0" tIns="0" rIns="0" bIns="0" rtlCol="0"/>
          <a:lstStyle/>
          <a:p/>
        </p:txBody>
      </p:sp>
      <p:sp>
        <p:nvSpPr>
          <p:cNvPr id="3" name="object 3"/>
          <p:cNvSpPr txBox="1"/>
          <p:nvPr/>
        </p:nvSpPr>
        <p:spPr>
          <a:xfrm>
            <a:off x="1097577" y="3545007"/>
            <a:ext cx="216535" cy="436880"/>
          </a:xfrm>
          <a:prstGeom prst="rect">
            <a:avLst/>
          </a:prstGeom>
        </p:spPr>
        <p:txBody>
          <a:bodyPr vert="horz" wrap="square" lIns="0" tIns="12700" rIns="0" bIns="0" rtlCol="0">
            <a:spAutoFit/>
          </a:bodyPr>
          <a:lstStyle/>
          <a:p>
            <a:pPr marL="12700">
              <a:lnSpc>
                <a:spcPct val="100000"/>
              </a:lnSpc>
              <a:spcBef>
                <a:spcPts val="100"/>
              </a:spcBef>
            </a:pPr>
            <a:r>
              <a:rPr sz="2700" spc="-50" dirty="0">
                <a:solidFill>
                  <a:srgbClr val="FFFDFD"/>
                </a:solidFill>
                <a:latin typeface="Arial MT"/>
                <a:cs typeface="Arial MT"/>
              </a:rPr>
              <a:t>3</a:t>
            </a:r>
            <a:endParaRPr sz="2700">
              <a:latin typeface="Arial MT"/>
              <a:cs typeface="Arial MT"/>
            </a:endParaRPr>
          </a:p>
        </p:txBody>
      </p:sp>
      <p:sp>
        <p:nvSpPr>
          <p:cNvPr id="4" name="object 4"/>
          <p:cNvSpPr/>
          <p:nvPr/>
        </p:nvSpPr>
        <p:spPr>
          <a:xfrm>
            <a:off x="951508" y="442829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5" name="object 5"/>
          <p:cNvSpPr/>
          <p:nvPr/>
        </p:nvSpPr>
        <p:spPr>
          <a:xfrm>
            <a:off x="951508" y="1982348"/>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6" name="object 6"/>
          <p:cNvSpPr txBox="1"/>
          <p:nvPr/>
        </p:nvSpPr>
        <p:spPr>
          <a:xfrm>
            <a:off x="1132879" y="2094442"/>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1</a:t>
            </a:r>
            <a:endParaRPr sz="1700">
              <a:latin typeface="Arial MT"/>
              <a:cs typeface="Arial MT"/>
            </a:endParaRPr>
          </a:p>
        </p:txBody>
      </p:sp>
      <p:sp>
        <p:nvSpPr>
          <p:cNvPr id="7" name="object 7"/>
          <p:cNvSpPr/>
          <p:nvPr/>
        </p:nvSpPr>
        <p:spPr>
          <a:xfrm>
            <a:off x="951508" y="5094058"/>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8" name="object 8"/>
          <p:cNvSpPr/>
          <p:nvPr/>
        </p:nvSpPr>
        <p:spPr>
          <a:xfrm>
            <a:off x="951508" y="2648112"/>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9" name="object 9"/>
          <p:cNvSpPr txBox="1"/>
          <p:nvPr/>
        </p:nvSpPr>
        <p:spPr>
          <a:xfrm>
            <a:off x="1132879" y="2760205"/>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2</a:t>
            </a:r>
            <a:endParaRPr sz="1700">
              <a:latin typeface="Arial MT"/>
              <a:cs typeface="Arial MT"/>
            </a:endParaRPr>
          </a:p>
        </p:txBody>
      </p:sp>
      <p:sp>
        <p:nvSpPr>
          <p:cNvPr id="10" name="object 10"/>
          <p:cNvSpPr/>
          <p:nvPr/>
        </p:nvSpPr>
        <p:spPr>
          <a:xfrm>
            <a:off x="951508" y="6425584"/>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8"/>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8"/>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1" name="object 11"/>
          <p:cNvSpPr/>
          <p:nvPr/>
        </p:nvSpPr>
        <p:spPr>
          <a:xfrm>
            <a:off x="951508" y="575982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2" name="object 12"/>
          <p:cNvSpPr/>
          <p:nvPr/>
        </p:nvSpPr>
        <p:spPr>
          <a:xfrm>
            <a:off x="951508" y="709321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8"/>
                </a:lnTo>
                <a:lnTo>
                  <a:pt x="34689" y="409137"/>
                </a:lnTo>
                <a:lnTo>
                  <a:pt x="59756" y="447086"/>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6"/>
                </a:lnTo>
                <a:lnTo>
                  <a:pt x="473468" y="409137"/>
                </a:lnTo>
                <a:lnTo>
                  <a:pt x="492262" y="366778"/>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3" name="object 13"/>
          <p:cNvSpPr/>
          <p:nvPr/>
        </p:nvSpPr>
        <p:spPr>
          <a:xfrm>
            <a:off x="951508" y="776084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4" name="object 14"/>
          <p:cNvSpPr txBox="1"/>
          <p:nvPr/>
        </p:nvSpPr>
        <p:spPr>
          <a:xfrm>
            <a:off x="1132879" y="4540389"/>
            <a:ext cx="146050" cy="3617595"/>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4</a:t>
            </a:r>
            <a:endParaRPr sz="1700">
              <a:latin typeface="Arial MT"/>
              <a:cs typeface="Arial MT"/>
            </a:endParaRPr>
          </a:p>
          <a:p>
            <a:pPr>
              <a:lnSpc>
                <a:spcPct val="100000"/>
              </a:lnSpc>
              <a:spcBef>
                <a:spcPts val="1245"/>
              </a:spcBef>
            </a:pPr>
            <a:endParaRPr sz="1700">
              <a:latin typeface="Arial MT"/>
              <a:cs typeface="Arial MT"/>
            </a:endParaRPr>
          </a:p>
          <a:p>
            <a:pPr marL="12700">
              <a:lnSpc>
                <a:spcPct val="100000"/>
              </a:lnSpc>
            </a:pPr>
            <a:r>
              <a:rPr sz="1700" spc="-50" dirty="0">
                <a:solidFill>
                  <a:srgbClr val="191919"/>
                </a:solidFill>
                <a:latin typeface="Arial MT"/>
                <a:cs typeface="Arial MT"/>
              </a:rPr>
              <a:t>5</a:t>
            </a:r>
            <a:endParaRPr sz="1700">
              <a:latin typeface="Arial MT"/>
              <a:cs typeface="Arial MT"/>
            </a:endParaRPr>
          </a:p>
          <a:p>
            <a:pPr>
              <a:lnSpc>
                <a:spcPct val="100000"/>
              </a:lnSpc>
              <a:spcBef>
                <a:spcPts val="1245"/>
              </a:spcBef>
            </a:pPr>
            <a:endParaRPr sz="1700">
              <a:latin typeface="Arial MT"/>
              <a:cs typeface="Arial MT"/>
            </a:endParaRPr>
          </a:p>
          <a:p>
            <a:pPr marL="12700">
              <a:lnSpc>
                <a:spcPct val="100000"/>
              </a:lnSpc>
              <a:spcBef>
                <a:spcPts val="5"/>
              </a:spcBef>
            </a:pPr>
            <a:r>
              <a:rPr sz="1700" spc="-50" dirty="0">
                <a:solidFill>
                  <a:srgbClr val="191919"/>
                </a:solidFill>
                <a:latin typeface="Arial MT"/>
                <a:cs typeface="Arial MT"/>
              </a:rPr>
              <a:t>6</a:t>
            </a:r>
            <a:endParaRPr sz="1700">
              <a:latin typeface="Arial MT"/>
              <a:cs typeface="Arial MT"/>
            </a:endParaRPr>
          </a:p>
          <a:p>
            <a:pPr>
              <a:lnSpc>
                <a:spcPct val="100000"/>
              </a:lnSpc>
              <a:spcBef>
                <a:spcPts val="1245"/>
              </a:spcBef>
            </a:pPr>
            <a:endParaRPr sz="1700">
              <a:latin typeface="Arial MT"/>
              <a:cs typeface="Arial MT"/>
            </a:endParaRPr>
          </a:p>
          <a:p>
            <a:pPr marL="12700">
              <a:lnSpc>
                <a:spcPct val="100000"/>
              </a:lnSpc>
            </a:pPr>
            <a:r>
              <a:rPr sz="1700" spc="-50" dirty="0">
                <a:solidFill>
                  <a:srgbClr val="191919"/>
                </a:solidFill>
                <a:latin typeface="Arial MT"/>
                <a:cs typeface="Arial MT"/>
              </a:rPr>
              <a:t>7</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spcBef>
                <a:spcPts val="5"/>
              </a:spcBef>
            </a:pPr>
            <a:r>
              <a:rPr sz="1700" spc="-50" dirty="0">
                <a:solidFill>
                  <a:srgbClr val="191919"/>
                </a:solidFill>
                <a:latin typeface="Arial MT"/>
                <a:cs typeface="Arial MT"/>
              </a:rPr>
              <a:t>8</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pPr>
            <a:r>
              <a:rPr sz="1700" spc="-50" dirty="0">
                <a:solidFill>
                  <a:srgbClr val="191919"/>
                </a:solidFill>
                <a:latin typeface="Arial MT"/>
                <a:cs typeface="Arial MT"/>
              </a:rPr>
              <a:t>9</a:t>
            </a:r>
            <a:endParaRPr sz="1700">
              <a:latin typeface="Arial MT"/>
              <a:cs typeface="Arial MT"/>
            </a:endParaRPr>
          </a:p>
        </p:txBody>
      </p:sp>
      <p:sp>
        <p:nvSpPr>
          <p:cNvPr id="15" name="object 15" descr="$PPTXTitle"/>
          <p:cNvSpPr txBox="1">
            <a:spLocks noGrp="1"/>
          </p:cNvSpPr>
          <p:nvPr>
            <p:ph type="title"/>
          </p:nvPr>
        </p:nvSpPr>
        <p:spPr>
          <a:prstGeom prst="rect">
            <a:avLst/>
          </a:prstGeom>
        </p:spPr>
        <p:txBody>
          <a:bodyPr vert="horz" wrap="square" lIns="0" tIns="65106" rIns="0" bIns="0" rtlCol="0">
            <a:spAutoFit/>
          </a:bodyPr>
          <a:lstStyle/>
          <a:p>
            <a:pPr marL="3416300">
              <a:lnSpc>
                <a:spcPct val="100000"/>
              </a:lnSpc>
              <a:spcBef>
                <a:spcPts val="100"/>
              </a:spcBef>
            </a:pPr>
            <a:r>
              <a:rPr spc="-10" dirty="0"/>
              <a:t>OBJECTIVE(S)</a:t>
            </a:r>
            <a:endParaRPr spc="-10" dirty="0"/>
          </a:p>
        </p:txBody>
      </p:sp>
      <p:pic>
        <p:nvPicPr>
          <p:cNvPr id="16" name="object 16"/>
          <p:cNvPicPr/>
          <p:nvPr/>
        </p:nvPicPr>
        <p:blipFill>
          <a:blip r:embed="rId1" cstate="print"/>
          <a:stretch>
            <a:fillRect/>
          </a:stretch>
        </p:blipFill>
        <p:spPr>
          <a:xfrm>
            <a:off x="16313419" y="910465"/>
            <a:ext cx="945879" cy="236469"/>
          </a:xfrm>
          <a:prstGeom prst="rect">
            <a:avLst/>
          </a:prstGeom>
        </p:spPr>
      </p:pic>
      <p:sp>
        <p:nvSpPr>
          <p:cNvPr id="17" name="object 17"/>
          <p:cNvSpPr txBox="1"/>
          <p:nvPr/>
        </p:nvSpPr>
        <p:spPr>
          <a:xfrm>
            <a:off x="2296795" y="2526030"/>
            <a:ext cx="14005560" cy="5920740"/>
          </a:xfrm>
          <a:prstGeom prst="rect">
            <a:avLst/>
          </a:prstGeom>
        </p:spPr>
        <p:txBody>
          <a:bodyPr vert="horz" wrap="square" lIns="0" tIns="12700" rIns="0" bIns="0" rtlCol="0">
            <a:noAutofit/>
          </a:bodyPr>
          <a:lstStyle/>
          <a:p>
            <a:pPr marL="12700" indent="0" algn="just">
              <a:lnSpc>
                <a:spcPct val="110000"/>
              </a:lnSpc>
              <a:spcBef>
                <a:spcPts val="100"/>
              </a:spcBef>
              <a:buFont typeface="Arial MT"/>
              <a:buNone/>
              <a:tabLst>
                <a:tab pos="454025" algn="l"/>
              </a:tabLst>
            </a:pPr>
            <a:r>
              <a:rPr lang="en-US" altLang="en-US" sz="3200">
                <a:latin typeface="Times New Roman" panose="02020603050405020304" charset="0"/>
                <a:cs typeface="Times New Roman" panose="02020603050405020304" charset="0"/>
              </a:rPr>
              <a:t>The main objective of this project is to design and develop a user-friendly web-based ticket booking system for internal department events using React JS.</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To provide an easy platform for users to view event details</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To enable online ticket booking with a simple and interactive interface</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To reduce manual effort and minimize booking errors</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To implement form validation for accurate user input</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To ensure real-time updates of available tickets</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To improve efficiency and speed of the booking process</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To enhance user experience with a responsive design</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To demonstrate the use of modern web technologies like React JS</a:t>
            </a:r>
            <a:endParaRPr lang="en-US" altLang="en-US" sz="32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09356" y="3983373"/>
            <a:ext cx="992505" cy="992505"/>
          </a:xfrm>
          <a:custGeom>
            <a:avLst/>
            <a:gdLst/>
            <a:ahLst/>
            <a:cxnLst/>
            <a:rect l="l" t="t" r="r" b="b"/>
            <a:pathLst>
              <a:path w="992505" h="992504">
                <a:moveTo>
                  <a:pt x="496231" y="992462"/>
                </a:moveTo>
                <a:lnTo>
                  <a:pt x="448441" y="990191"/>
                </a:lnTo>
                <a:lnTo>
                  <a:pt x="401935" y="983515"/>
                </a:lnTo>
                <a:lnTo>
                  <a:pt x="356923" y="972642"/>
                </a:lnTo>
                <a:lnTo>
                  <a:pt x="313613" y="957780"/>
                </a:lnTo>
                <a:lnTo>
                  <a:pt x="272211" y="939138"/>
                </a:lnTo>
                <a:lnTo>
                  <a:pt x="232926" y="916923"/>
                </a:lnTo>
                <a:lnTo>
                  <a:pt x="195967" y="891344"/>
                </a:lnTo>
                <a:lnTo>
                  <a:pt x="161541" y="862607"/>
                </a:lnTo>
                <a:lnTo>
                  <a:pt x="129855" y="830921"/>
                </a:lnTo>
                <a:lnTo>
                  <a:pt x="101118" y="796495"/>
                </a:lnTo>
                <a:lnTo>
                  <a:pt x="75539" y="759536"/>
                </a:lnTo>
                <a:lnTo>
                  <a:pt x="53324" y="720251"/>
                </a:lnTo>
                <a:lnTo>
                  <a:pt x="34682" y="678849"/>
                </a:lnTo>
                <a:lnTo>
                  <a:pt x="19820" y="635539"/>
                </a:lnTo>
                <a:lnTo>
                  <a:pt x="8947" y="590527"/>
                </a:lnTo>
                <a:lnTo>
                  <a:pt x="2271" y="544022"/>
                </a:lnTo>
                <a:lnTo>
                  <a:pt x="0" y="496231"/>
                </a:lnTo>
                <a:lnTo>
                  <a:pt x="2271" y="448441"/>
                </a:lnTo>
                <a:lnTo>
                  <a:pt x="8947" y="401936"/>
                </a:lnTo>
                <a:lnTo>
                  <a:pt x="19820" y="356924"/>
                </a:lnTo>
                <a:lnTo>
                  <a:pt x="34682" y="313613"/>
                </a:lnTo>
                <a:lnTo>
                  <a:pt x="53324" y="272211"/>
                </a:lnTo>
                <a:lnTo>
                  <a:pt x="75539" y="232927"/>
                </a:lnTo>
                <a:lnTo>
                  <a:pt x="101118" y="195967"/>
                </a:lnTo>
                <a:lnTo>
                  <a:pt x="129855" y="161541"/>
                </a:lnTo>
                <a:lnTo>
                  <a:pt x="161541" y="129855"/>
                </a:lnTo>
                <a:lnTo>
                  <a:pt x="195967" y="101118"/>
                </a:lnTo>
                <a:lnTo>
                  <a:pt x="232926" y="75539"/>
                </a:lnTo>
                <a:lnTo>
                  <a:pt x="272211" y="53324"/>
                </a:lnTo>
                <a:lnTo>
                  <a:pt x="313613" y="34682"/>
                </a:lnTo>
                <a:lnTo>
                  <a:pt x="356923" y="19820"/>
                </a:lnTo>
                <a:lnTo>
                  <a:pt x="401935" y="8947"/>
                </a:lnTo>
                <a:lnTo>
                  <a:pt x="448441" y="2271"/>
                </a:lnTo>
                <a:lnTo>
                  <a:pt x="496231" y="0"/>
                </a:lnTo>
                <a:lnTo>
                  <a:pt x="544021" y="2271"/>
                </a:lnTo>
                <a:lnTo>
                  <a:pt x="590527" y="8947"/>
                </a:lnTo>
                <a:lnTo>
                  <a:pt x="635539" y="19820"/>
                </a:lnTo>
                <a:lnTo>
                  <a:pt x="678849" y="34682"/>
                </a:lnTo>
                <a:lnTo>
                  <a:pt x="720251" y="53324"/>
                </a:lnTo>
                <a:lnTo>
                  <a:pt x="759536" y="75539"/>
                </a:lnTo>
                <a:lnTo>
                  <a:pt x="796495" y="101118"/>
                </a:lnTo>
                <a:lnTo>
                  <a:pt x="830922" y="129855"/>
                </a:lnTo>
                <a:lnTo>
                  <a:pt x="862607" y="161541"/>
                </a:lnTo>
                <a:lnTo>
                  <a:pt x="891344" y="195967"/>
                </a:lnTo>
                <a:lnTo>
                  <a:pt x="916923" y="232927"/>
                </a:lnTo>
                <a:lnTo>
                  <a:pt x="939138" y="272211"/>
                </a:lnTo>
                <a:lnTo>
                  <a:pt x="957780" y="313613"/>
                </a:lnTo>
                <a:lnTo>
                  <a:pt x="972642" y="356924"/>
                </a:lnTo>
                <a:lnTo>
                  <a:pt x="983515" y="401936"/>
                </a:lnTo>
                <a:lnTo>
                  <a:pt x="990191" y="448441"/>
                </a:lnTo>
                <a:lnTo>
                  <a:pt x="992462" y="496231"/>
                </a:lnTo>
                <a:lnTo>
                  <a:pt x="990191" y="544022"/>
                </a:lnTo>
                <a:lnTo>
                  <a:pt x="983515" y="590527"/>
                </a:lnTo>
                <a:lnTo>
                  <a:pt x="972642" y="635539"/>
                </a:lnTo>
                <a:lnTo>
                  <a:pt x="957780" y="678849"/>
                </a:lnTo>
                <a:lnTo>
                  <a:pt x="939138" y="720251"/>
                </a:lnTo>
                <a:lnTo>
                  <a:pt x="916923" y="759536"/>
                </a:lnTo>
                <a:lnTo>
                  <a:pt x="891344" y="796495"/>
                </a:lnTo>
                <a:lnTo>
                  <a:pt x="862607" y="830921"/>
                </a:lnTo>
                <a:lnTo>
                  <a:pt x="830922" y="862607"/>
                </a:lnTo>
                <a:lnTo>
                  <a:pt x="796495" y="891344"/>
                </a:lnTo>
                <a:lnTo>
                  <a:pt x="759536" y="916923"/>
                </a:lnTo>
                <a:lnTo>
                  <a:pt x="720251" y="939138"/>
                </a:lnTo>
                <a:lnTo>
                  <a:pt x="678849" y="957780"/>
                </a:lnTo>
                <a:lnTo>
                  <a:pt x="635539" y="972642"/>
                </a:lnTo>
                <a:lnTo>
                  <a:pt x="590527" y="983515"/>
                </a:lnTo>
                <a:lnTo>
                  <a:pt x="544021" y="990191"/>
                </a:lnTo>
                <a:lnTo>
                  <a:pt x="496231" y="992462"/>
                </a:lnTo>
                <a:close/>
              </a:path>
            </a:pathLst>
          </a:custGeom>
          <a:solidFill>
            <a:srgbClr val="FC6220"/>
          </a:solidFill>
        </p:spPr>
        <p:txBody>
          <a:bodyPr wrap="square" lIns="0" tIns="0" rIns="0" bIns="0" rtlCol="0"/>
          <a:lstStyle/>
          <a:p/>
        </p:txBody>
      </p:sp>
      <p:sp>
        <p:nvSpPr>
          <p:cNvPr id="3" name="object 3"/>
          <p:cNvSpPr txBox="1"/>
          <p:nvPr/>
        </p:nvSpPr>
        <p:spPr>
          <a:xfrm>
            <a:off x="1097577" y="4212638"/>
            <a:ext cx="216535" cy="436880"/>
          </a:xfrm>
          <a:prstGeom prst="rect">
            <a:avLst/>
          </a:prstGeom>
        </p:spPr>
        <p:txBody>
          <a:bodyPr vert="horz" wrap="square" lIns="0" tIns="12700" rIns="0" bIns="0" rtlCol="0">
            <a:spAutoFit/>
          </a:bodyPr>
          <a:lstStyle/>
          <a:p>
            <a:pPr marL="12700">
              <a:lnSpc>
                <a:spcPct val="100000"/>
              </a:lnSpc>
              <a:spcBef>
                <a:spcPts val="100"/>
              </a:spcBef>
            </a:pPr>
            <a:r>
              <a:rPr sz="2700" spc="-50" dirty="0">
                <a:solidFill>
                  <a:srgbClr val="FFFDFD"/>
                </a:solidFill>
                <a:latin typeface="Arial MT"/>
                <a:cs typeface="Arial MT"/>
              </a:rPr>
              <a:t>4</a:t>
            </a:r>
            <a:endParaRPr sz="2700">
              <a:latin typeface="Arial MT"/>
              <a:cs typeface="Arial MT"/>
            </a:endParaRPr>
          </a:p>
        </p:txBody>
      </p:sp>
      <p:sp>
        <p:nvSpPr>
          <p:cNvPr id="4" name="object 4"/>
          <p:cNvSpPr/>
          <p:nvPr/>
        </p:nvSpPr>
        <p:spPr>
          <a:xfrm>
            <a:off x="951508" y="3315742"/>
            <a:ext cx="508634" cy="544195"/>
          </a:xfrm>
          <a:custGeom>
            <a:avLst/>
            <a:gdLst/>
            <a:ahLst/>
            <a:cxnLst/>
            <a:rect l="l" t="t" r="r" b="b"/>
            <a:pathLst>
              <a:path w="508634" h="544195">
                <a:moveTo>
                  <a:pt x="254078" y="0"/>
                </a:moveTo>
                <a:lnTo>
                  <a:pt x="208407" y="4380"/>
                </a:lnTo>
                <a:lnTo>
                  <a:pt x="165422" y="17010"/>
                </a:lnTo>
                <a:lnTo>
                  <a:pt x="125840" y="37122"/>
                </a:lnTo>
                <a:lnTo>
                  <a:pt x="90379" y="63947"/>
                </a:lnTo>
                <a:lnTo>
                  <a:pt x="59756" y="96719"/>
                </a:lnTo>
                <a:lnTo>
                  <a:pt x="34689" y="134667"/>
                </a:lnTo>
                <a:lnTo>
                  <a:pt x="15895" y="177026"/>
                </a:lnTo>
                <a:lnTo>
                  <a:pt x="4093" y="223027"/>
                </a:lnTo>
                <a:lnTo>
                  <a:pt x="0" y="271901"/>
                </a:lnTo>
                <a:lnTo>
                  <a:pt x="4093" y="320776"/>
                </a:lnTo>
                <a:lnTo>
                  <a:pt x="15895" y="366777"/>
                </a:lnTo>
                <a:lnTo>
                  <a:pt x="34689" y="409136"/>
                </a:lnTo>
                <a:lnTo>
                  <a:pt x="59756" y="447085"/>
                </a:lnTo>
                <a:lnTo>
                  <a:pt x="90379" y="479856"/>
                </a:lnTo>
                <a:lnTo>
                  <a:pt x="125840" y="506681"/>
                </a:lnTo>
                <a:lnTo>
                  <a:pt x="165422" y="526793"/>
                </a:lnTo>
                <a:lnTo>
                  <a:pt x="208407" y="539424"/>
                </a:lnTo>
                <a:lnTo>
                  <a:pt x="254078" y="543804"/>
                </a:lnTo>
                <a:lnTo>
                  <a:pt x="299750" y="539424"/>
                </a:lnTo>
                <a:lnTo>
                  <a:pt x="342735" y="526793"/>
                </a:lnTo>
                <a:lnTo>
                  <a:pt x="382317" y="506681"/>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7"/>
                </a:lnTo>
                <a:lnTo>
                  <a:pt x="448401" y="96719"/>
                </a:lnTo>
                <a:lnTo>
                  <a:pt x="417778" y="63947"/>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5" name="object 5"/>
          <p:cNvSpPr txBox="1"/>
          <p:nvPr/>
        </p:nvSpPr>
        <p:spPr>
          <a:xfrm>
            <a:off x="1132879" y="3427835"/>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3</a:t>
            </a:r>
            <a:endParaRPr sz="1700">
              <a:latin typeface="Arial MT"/>
              <a:cs typeface="Arial MT"/>
            </a:endParaRPr>
          </a:p>
        </p:txBody>
      </p:sp>
      <p:sp>
        <p:nvSpPr>
          <p:cNvPr id="6" name="object 6"/>
          <p:cNvSpPr/>
          <p:nvPr/>
        </p:nvSpPr>
        <p:spPr>
          <a:xfrm>
            <a:off x="951508" y="1982348"/>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7" name="object 7"/>
          <p:cNvSpPr txBox="1"/>
          <p:nvPr/>
        </p:nvSpPr>
        <p:spPr>
          <a:xfrm>
            <a:off x="1132879" y="2094442"/>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1</a:t>
            </a:r>
            <a:endParaRPr sz="1700">
              <a:latin typeface="Arial MT"/>
              <a:cs typeface="Arial MT"/>
            </a:endParaRPr>
          </a:p>
        </p:txBody>
      </p:sp>
      <p:sp>
        <p:nvSpPr>
          <p:cNvPr id="8" name="object 8"/>
          <p:cNvSpPr/>
          <p:nvPr/>
        </p:nvSpPr>
        <p:spPr>
          <a:xfrm>
            <a:off x="951508" y="5094058"/>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9" name="object 9"/>
          <p:cNvSpPr/>
          <p:nvPr/>
        </p:nvSpPr>
        <p:spPr>
          <a:xfrm>
            <a:off x="951508" y="2648112"/>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0" name="object 10"/>
          <p:cNvSpPr txBox="1"/>
          <p:nvPr/>
        </p:nvSpPr>
        <p:spPr>
          <a:xfrm>
            <a:off x="1132879" y="2760205"/>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2</a:t>
            </a:r>
            <a:endParaRPr sz="1700">
              <a:latin typeface="Arial MT"/>
              <a:cs typeface="Arial MT"/>
            </a:endParaRPr>
          </a:p>
        </p:txBody>
      </p:sp>
      <p:sp>
        <p:nvSpPr>
          <p:cNvPr id="11" name="object 11"/>
          <p:cNvSpPr/>
          <p:nvPr/>
        </p:nvSpPr>
        <p:spPr>
          <a:xfrm>
            <a:off x="951508" y="6425584"/>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8"/>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8"/>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2" name="object 12"/>
          <p:cNvSpPr/>
          <p:nvPr/>
        </p:nvSpPr>
        <p:spPr>
          <a:xfrm>
            <a:off x="951508" y="575982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3" name="object 13"/>
          <p:cNvSpPr/>
          <p:nvPr/>
        </p:nvSpPr>
        <p:spPr>
          <a:xfrm>
            <a:off x="951508" y="709321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8"/>
                </a:lnTo>
                <a:lnTo>
                  <a:pt x="34689" y="409137"/>
                </a:lnTo>
                <a:lnTo>
                  <a:pt x="59756" y="447086"/>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6"/>
                </a:lnTo>
                <a:lnTo>
                  <a:pt x="473468" y="409137"/>
                </a:lnTo>
                <a:lnTo>
                  <a:pt x="492262" y="366778"/>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4" name="object 14"/>
          <p:cNvSpPr/>
          <p:nvPr/>
        </p:nvSpPr>
        <p:spPr>
          <a:xfrm>
            <a:off x="951508" y="776084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5" name="object 15"/>
          <p:cNvSpPr txBox="1"/>
          <p:nvPr/>
        </p:nvSpPr>
        <p:spPr>
          <a:xfrm>
            <a:off x="1132879" y="5206152"/>
            <a:ext cx="146050" cy="2951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5</a:t>
            </a:r>
            <a:endParaRPr sz="1700">
              <a:latin typeface="Arial MT"/>
              <a:cs typeface="Arial MT"/>
            </a:endParaRPr>
          </a:p>
          <a:p>
            <a:pPr>
              <a:lnSpc>
                <a:spcPct val="100000"/>
              </a:lnSpc>
              <a:spcBef>
                <a:spcPts val="1245"/>
              </a:spcBef>
            </a:pPr>
            <a:endParaRPr sz="1700">
              <a:latin typeface="Arial MT"/>
              <a:cs typeface="Arial MT"/>
            </a:endParaRPr>
          </a:p>
          <a:p>
            <a:pPr marL="12700">
              <a:lnSpc>
                <a:spcPct val="100000"/>
              </a:lnSpc>
            </a:pPr>
            <a:r>
              <a:rPr sz="1700" spc="-50" dirty="0">
                <a:solidFill>
                  <a:srgbClr val="191919"/>
                </a:solidFill>
                <a:latin typeface="Arial MT"/>
                <a:cs typeface="Arial MT"/>
              </a:rPr>
              <a:t>6</a:t>
            </a:r>
            <a:endParaRPr sz="1700">
              <a:latin typeface="Arial MT"/>
              <a:cs typeface="Arial MT"/>
            </a:endParaRPr>
          </a:p>
          <a:p>
            <a:pPr>
              <a:lnSpc>
                <a:spcPct val="100000"/>
              </a:lnSpc>
              <a:spcBef>
                <a:spcPts val="1245"/>
              </a:spcBef>
            </a:pPr>
            <a:endParaRPr sz="1700">
              <a:latin typeface="Arial MT"/>
              <a:cs typeface="Arial MT"/>
            </a:endParaRPr>
          </a:p>
          <a:p>
            <a:pPr marL="12700">
              <a:lnSpc>
                <a:spcPct val="100000"/>
              </a:lnSpc>
              <a:spcBef>
                <a:spcPts val="5"/>
              </a:spcBef>
            </a:pPr>
            <a:r>
              <a:rPr sz="1700" spc="-50" dirty="0">
                <a:solidFill>
                  <a:srgbClr val="191919"/>
                </a:solidFill>
                <a:latin typeface="Arial MT"/>
                <a:cs typeface="Arial MT"/>
              </a:rPr>
              <a:t>7</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pPr>
            <a:r>
              <a:rPr sz="1700" spc="-50" dirty="0">
                <a:solidFill>
                  <a:srgbClr val="191919"/>
                </a:solidFill>
                <a:latin typeface="Arial MT"/>
                <a:cs typeface="Arial MT"/>
              </a:rPr>
              <a:t>8</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pPr>
            <a:r>
              <a:rPr sz="1700" spc="-50" dirty="0">
                <a:solidFill>
                  <a:srgbClr val="191919"/>
                </a:solidFill>
                <a:latin typeface="Arial MT"/>
                <a:cs typeface="Arial MT"/>
              </a:rPr>
              <a:t>9</a:t>
            </a:r>
            <a:endParaRPr sz="1700">
              <a:latin typeface="Arial MT"/>
              <a:cs typeface="Arial MT"/>
            </a:endParaRPr>
          </a:p>
        </p:txBody>
      </p:sp>
      <p:pic>
        <p:nvPicPr>
          <p:cNvPr id="16" name="object 16"/>
          <p:cNvPicPr/>
          <p:nvPr/>
        </p:nvPicPr>
        <p:blipFill>
          <a:blip r:embed="rId1" cstate="print"/>
          <a:stretch>
            <a:fillRect/>
          </a:stretch>
        </p:blipFill>
        <p:spPr>
          <a:xfrm>
            <a:off x="16313419" y="910465"/>
            <a:ext cx="945879" cy="236469"/>
          </a:xfrm>
          <a:prstGeom prst="rect">
            <a:avLst/>
          </a:prstGeom>
        </p:spPr>
      </p:pic>
      <p:sp>
        <p:nvSpPr>
          <p:cNvPr id="17" name="object 17" descr="$PPTXTitle"/>
          <p:cNvSpPr txBox="1">
            <a:spLocks noGrp="1"/>
          </p:cNvSpPr>
          <p:nvPr>
            <p:ph type="title"/>
          </p:nvPr>
        </p:nvSpPr>
        <p:spPr>
          <a:prstGeom prst="rect">
            <a:avLst/>
          </a:prstGeom>
        </p:spPr>
        <p:txBody>
          <a:bodyPr vert="horz" wrap="square" lIns="0" tIns="65106" rIns="0" bIns="0" rtlCol="0">
            <a:spAutoFit/>
          </a:bodyPr>
          <a:lstStyle/>
          <a:p>
            <a:pPr marL="2561590">
              <a:lnSpc>
                <a:spcPct val="100000"/>
              </a:lnSpc>
              <a:spcBef>
                <a:spcPts val="100"/>
              </a:spcBef>
            </a:pPr>
            <a:r>
              <a:rPr spc="-10" dirty="0"/>
              <a:t>PROPOSED</a:t>
            </a:r>
            <a:r>
              <a:rPr spc="-225" dirty="0"/>
              <a:t> </a:t>
            </a:r>
            <a:r>
              <a:rPr spc="-10" dirty="0"/>
              <a:t>SYSTEM</a:t>
            </a:r>
            <a:endParaRPr spc="-10" dirty="0"/>
          </a:p>
        </p:txBody>
      </p:sp>
      <p:sp>
        <p:nvSpPr>
          <p:cNvPr id="18" name="object 18"/>
          <p:cNvSpPr txBox="1"/>
          <p:nvPr/>
        </p:nvSpPr>
        <p:spPr>
          <a:xfrm>
            <a:off x="2296795" y="1649730"/>
            <a:ext cx="13326110" cy="6862445"/>
          </a:xfrm>
          <a:prstGeom prst="rect">
            <a:avLst/>
          </a:prstGeom>
        </p:spPr>
        <p:txBody>
          <a:bodyPr vert="horz" wrap="square" lIns="0" tIns="12700" rIns="0" bIns="0" rtlCol="0">
            <a:noAutofit/>
          </a:bodyPr>
          <a:lstStyle/>
          <a:p>
            <a:pPr marL="12700" indent="0" algn="just">
              <a:lnSpc>
                <a:spcPct val="110000"/>
              </a:lnSpc>
              <a:spcBef>
                <a:spcPts val="100"/>
              </a:spcBef>
              <a:buFont typeface="Arial MT"/>
              <a:buNone/>
              <a:tabLst>
                <a:tab pos="454025" algn="l"/>
              </a:tabLst>
            </a:pPr>
            <a:r>
              <a:rPr lang="en-US" altLang="en-US" sz="3200">
                <a:latin typeface="Times New Roman" panose="02020603050405020304" charset="0"/>
                <a:cs typeface="Times New Roman" panose="02020603050405020304" charset="0"/>
              </a:rPr>
              <a:t>The proposed system is a web-based application designed to simplify the event booking process. It provides an efficient and user-friendly platform for managing event reservations.</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A web-based application for event ticket booking</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Users can easily view event details such as date, time, venue, and ticket price</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Secure sign-in system before booking tickets</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Interactive booking form to collect user information</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Real-time booking summary display after submission</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Simple, clean, and responsive user interface</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Reduces manual work and minimizes errors</a:t>
            </a:r>
            <a:endParaRPr lang="en-US" altLang="en-US" sz="3200">
              <a:latin typeface="Times New Roman" panose="02020603050405020304" charset="0"/>
              <a:cs typeface="Times New Roman" panose="02020603050405020304" charset="0"/>
            </a:endParaRPr>
          </a:p>
          <a:p>
            <a:pPr marL="454660" indent="-441960" algn="just">
              <a:lnSpc>
                <a:spcPct val="110000"/>
              </a:lnSpc>
              <a:spcBef>
                <a:spcPts val="100"/>
              </a:spcBef>
              <a:buFont typeface="Arial MT"/>
              <a:buChar char="●"/>
              <a:tabLst>
                <a:tab pos="454025" algn="l"/>
              </a:tabLst>
            </a:pPr>
            <a:r>
              <a:rPr lang="en-US" altLang="en-US" sz="3200">
                <a:latin typeface="Times New Roman" panose="02020603050405020304" charset="0"/>
                <a:cs typeface="Times New Roman" panose="02020603050405020304" charset="0"/>
              </a:rPr>
              <a:t>Ensures a faster and more efficient booking process</a:t>
            </a:r>
            <a:endParaRPr lang="en-US" altLang="en-US" sz="32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09356" y="4655765"/>
            <a:ext cx="992505" cy="992505"/>
          </a:xfrm>
          <a:custGeom>
            <a:avLst/>
            <a:gdLst/>
            <a:ahLst/>
            <a:cxnLst/>
            <a:rect l="l" t="t" r="r" b="b"/>
            <a:pathLst>
              <a:path w="992505" h="992504">
                <a:moveTo>
                  <a:pt x="496231" y="992462"/>
                </a:moveTo>
                <a:lnTo>
                  <a:pt x="448441" y="990191"/>
                </a:lnTo>
                <a:lnTo>
                  <a:pt x="401935" y="983515"/>
                </a:lnTo>
                <a:lnTo>
                  <a:pt x="356923" y="972642"/>
                </a:lnTo>
                <a:lnTo>
                  <a:pt x="313613" y="957780"/>
                </a:lnTo>
                <a:lnTo>
                  <a:pt x="272211" y="939138"/>
                </a:lnTo>
                <a:lnTo>
                  <a:pt x="232926" y="916923"/>
                </a:lnTo>
                <a:lnTo>
                  <a:pt x="195967" y="891344"/>
                </a:lnTo>
                <a:lnTo>
                  <a:pt x="161541" y="862607"/>
                </a:lnTo>
                <a:lnTo>
                  <a:pt x="129855" y="830921"/>
                </a:lnTo>
                <a:lnTo>
                  <a:pt x="101118" y="796495"/>
                </a:lnTo>
                <a:lnTo>
                  <a:pt x="75539" y="759535"/>
                </a:lnTo>
                <a:lnTo>
                  <a:pt x="53324" y="720251"/>
                </a:lnTo>
                <a:lnTo>
                  <a:pt x="34682" y="678849"/>
                </a:lnTo>
                <a:lnTo>
                  <a:pt x="19820" y="635539"/>
                </a:lnTo>
                <a:lnTo>
                  <a:pt x="8947" y="590527"/>
                </a:lnTo>
                <a:lnTo>
                  <a:pt x="2271" y="544021"/>
                </a:lnTo>
                <a:lnTo>
                  <a:pt x="0" y="496231"/>
                </a:lnTo>
                <a:lnTo>
                  <a:pt x="2271" y="448441"/>
                </a:lnTo>
                <a:lnTo>
                  <a:pt x="8947" y="401935"/>
                </a:lnTo>
                <a:lnTo>
                  <a:pt x="19820" y="356923"/>
                </a:lnTo>
                <a:lnTo>
                  <a:pt x="34682" y="313613"/>
                </a:lnTo>
                <a:lnTo>
                  <a:pt x="53324" y="272211"/>
                </a:lnTo>
                <a:lnTo>
                  <a:pt x="75539" y="232927"/>
                </a:lnTo>
                <a:lnTo>
                  <a:pt x="101118" y="195967"/>
                </a:lnTo>
                <a:lnTo>
                  <a:pt x="129855" y="161541"/>
                </a:lnTo>
                <a:lnTo>
                  <a:pt x="161541" y="129855"/>
                </a:lnTo>
                <a:lnTo>
                  <a:pt x="195967" y="101118"/>
                </a:lnTo>
                <a:lnTo>
                  <a:pt x="232926" y="75539"/>
                </a:lnTo>
                <a:lnTo>
                  <a:pt x="272211" y="53324"/>
                </a:lnTo>
                <a:lnTo>
                  <a:pt x="313613" y="34682"/>
                </a:lnTo>
                <a:lnTo>
                  <a:pt x="356923" y="19820"/>
                </a:lnTo>
                <a:lnTo>
                  <a:pt x="401935" y="8947"/>
                </a:lnTo>
                <a:lnTo>
                  <a:pt x="448441" y="2271"/>
                </a:lnTo>
                <a:lnTo>
                  <a:pt x="496231" y="0"/>
                </a:lnTo>
                <a:lnTo>
                  <a:pt x="544021" y="2271"/>
                </a:lnTo>
                <a:lnTo>
                  <a:pt x="590527" y="8947"/>
                </a:lnTo>
                <a:lnTo>
                  <a:pt x="635539" y="19820"/>
                </a:lnTo>
                <a:lnTo>
                  <a:pt x="678849" y="34682"/>
                </a:lnTo>
                <a:lnTo>
                  <a:pt x="720251" y="53324"/>
                </a:lnTo>
                <a:lnTo>
                  <a:pt x="759536" y="75539"/>
                </a:lnTo>
                <a:lnTo>
                  <a:pt x="796495" y="101118"/>
                </a:lnTo>
                <a:lnTo>
                  <a:pt x="830922" y="129855"/>
                </a:lnTo>
                <a:lnTo>
                  <a:pt x="862607" y="161541"/>
                </a:lnTo>
                <a:lnTo>
                  <a:pt x="891344" y="195967"/>
                </a:lnTo>
                <a:lnTo>
                  <a:pt x="916923" y="232927"/>
                </a:lnTo>
                <a:lnTo>
                  <a:pt x="939138" y="272211"/>
                </a:lnTo>
                <a:lnTo>
                  <a:pt x="957780" y="313613"/>
                </a:lnTo>
                <a:lnTo>
                  <a:pt x="972642" y="356923"/>
                </a:lnTo>
                <a:lnTo>
                  <a:pt x="983515" y="401935"/>
                </a:lnTo>
                <a:lnTo>
                  <a:pt x="990191" y="448441"/>
                </a:lnTo>
                <a:lnTo>
                  <a:pt x="992462" y="496231"/>
                </a:lnTo>
                <a:lnTo>
                  <a:pt x="990191" y="544021"/>
                </a:lnTo>
                <a:lnTo>
                  <a:pt x="983515" y="590527"/>
                </a:lnTo>
                <a:lnTo>
                  <a:pt x="972642" y="635539"/>
                </a:lnTo>
                <a:lnTo>
                  <a:pt x="957780" y="678849"/>
                </a:lnTo>
                <a:lnTo>
                  <a:pt x="939138" y="720251"/>
                </a:lnTo>
                <a:lnTo>
                  <a:pt x="916923" y="759535"/>
                </a:lnTo>
                <a:lnTo>
                  <a:pt x="891344" y="796495"/>
                </a:lnTo>
                <a:lnTo>
                  <a:pt x="862607" y="830921"/>
                </a:lnTo>
                <a:lnTo>
                  <a:pt x="830922" y="862607"/>
                </a:lnTo>
                <a:lnTo>
                  <a:pt x="796495" y="891344"/>
                </a:lnTo>
                <a:lnTo>
                  <a:pt x="759536" y="916923"/>
                </a:lnTo>
                <a:lnTo>
                  <a:pt x="720251" y="939138"/>
                </a:lnTo>
                <a:lnTo>
                  <a:pt x="678849" y="957780"/>
                </a:lnTo>
                <a:lnTo>
                  <a:pt x="635539" y="972642"/>
                </a:lnTo>
                <a:lnTo>
                  <a:pt x="590527" y="983515"/>
                </a:lnTo>
                <a:lnTo>
                  <a:pt x="544021" y="990191"/>
                </a:lnTo>
                <a:lnTo>
                  <a:pt x="496231" y="992462"/>
                </a:lnTo>
                <a:close/>
              </a:path>
            </a:pathLst>
          </a:custGeom>
          <a:solidFill>
            <a:srgbClr val="FC6220"/>
          </a:solidFill>
        </p:spPr>
        <p:txBody>
          <a:bodyPr wrap="square" lIns="0" tIns="0" rIns="0" bIns="0" rtlCol="0"/>
          <a:lstStyle/>
          <a:p/>
        </p:txBody>
      </p:sp>
      <p:sp>
        <p:nvSpPr>
          <p:cNvPr id="3" name="object 3"/>
          <p:cNvSpPr txBox="1"/>
          <p:nvPr/>
        </p:nvSpPr>
        <p:spPr>
          <a:xfrm>
            <a:off x="1097577" y="4885031"/>
            <a:ext cx="216535" cy="436880"/>
          </a:xfrm>
          <a:prstGeom prst="rect">
            <a:avLst/>
          </a:prstGeom>
        </p:spPr>
        <p:txBody>
          <a:bodyPr vert="horz" wrap="square" lIns="0" tIns="12700" rIns="0" bIns="0" rtlCol="0">
            <a:spAutoFit/>
          </a:bodyPr>
          <a:lstStyle/>
          <a:p>
            <a:pPr marL="12700">
              <a:lnSpc>
                <a:spcPct val="100000"/>
              </a:lnSpc>
              <a:spcBef>
                <a:spcPts val="100"/>
              </a:spcBef>
            </a:pPr>
            <a:r>
              <a:rPr sz="2700" spc="-50" dirty="0">
                <a:solidFill>
                  <a:srgbClr val="FFFDFD"/>
                </a:solidFill>
                <a:latin typeface="Arial MT"/>
                <a:cs typeface="Arial MT"/>
              </a:rPr>
              <a:t>5</a:t>
            </a:r>
            <a:endParaRPr sz="2700">
              <a:latin typeface="Arial MT"/>
              <a:cs typeface="Arial MT"/>
            </a:endParaRPr>
          </a:p>
        </p:txBody>
      </p:sp>
      <p:sp>
        <p:nvSpPr>
          <p:cNvPr id="4" name="object 4"/>
          <p:cNvSpPr/>
          <p:nvPr/>
        </p:nvSpPr>
        <p:spPr>
          <a:xfrm>
            <a:off x="951508" y="332050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5" name="object 5"/>
          <p:cNvSpPr/>
          <p:nvPr/>
        </p:nvSpPr>
        <p:spPr>
          <a:xfrm>
            <a:off x="951508" y="1987111"/>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6" name="object 6"/>
          <p:cNvSpPr/>
          <p:nvPr/>
        </p:nvSpPr>
        <p:spPr>
          <a:xfrm>
            <a:off x="951508" y="3988134"/>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7" name="object 7"/>
          <p:cNvSpPr/>
          <p:nvPr/>
        </p:nvSpPr>
        <p:spPr>
          <a:xfrm>
            <a:off x="951508" y="2652873"/>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8" name="object 8"/>
          <p:cNvSpPr txBox="1"/>
          <p:nvPr/>
        </p:nvSpPr>
        <p:spPr>
          <a:xfrm>
            <a:off x="1132879" y="2099205"/>
            <a:ext cx="146050" cy="228600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1</a:t>
            </a:r>
            <a:endParaRPr sz="1700">
              <a:latin typeface="Arial MT"/>
              <a:cs typeface="Arial MT"/>
            </a:endParaRPr>
          </a:p>
          <a:p>
            <a:pPr>
              <a:lnSpc>
                <a:spcPct val="100000"/>
              </a:lnSpc>
              <a:spcBef>
                <a:spcPts val="1245"/>
              </a:spcBef>
            </a:pPr>
            <a:endParaRPr sz="1700">
              <a:latin typeface="Arial MT"/>
              <a:cs typeface="Arial MT"/>
            </a:endParaRPr>
          </a:p>
          <a:p>
            <a:pPr marL="12700">
              <a:lnSpc>
                <a:spcPct val="100000"/>
              </a:lnSpc>
            </a:pPr>
            <a:r>
              <a:rPr sz="1700" spc="-50" dirty="0">
                <a:solidFill>
                  <a:srgbClr val="191919"/>
                </a:solidFill>
                <a:latin typeface="Arial MT"/>
                <a:cs typeface="Arial MT"/>
              </a:rPr>
              <a:t>2</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spcBef>
                <a:spcPts val="5"/>
              </a:spcBef>
            </a:pPr>
            <a:r>
              <a:rPr sz="1700" spc="-50" dirty="0">
                <a:solidFill>
                  <a:srgbClr val="191919"/>
                </a:solidFill>
                <a:latin typeface="Arial MT"/>
                <a:cs typeface="Arial MT"/>
              </a:rPr>
              <a:t>3</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pPr>
            <a:r>
              <a:rPr sz="1700" spc="-50" dirty="0">
                <a:solidFill>
                  <a:srgbClr val="191919"/>
                </a:solidFill>
                <a:latin typeface="Arial MT"/>
                <a:cs typeface="Arial MT"/>
              </a:rPr>
              <a:t>4</a:t>
            </a:r>
            <a:endParaRPr sz="1700">
              <a:latin typeface="Arial MT"/>
              <a:cs typeface="Arial MT"/>
            </a:endParaRPr>
          </a:p>
        </p:txBody>
      </p:sp>
      <p:sp>
        <p:nvSpPr>
          <p:cNvPr id="9" name="object 9"/>
          <p:cNvSpPr/>
          <p:nvPr/>
        </p:nvSpPr>
        <p:spPr>
          <a:xfrm>
            <a:off x="951508" y="6430347"/>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0" name="object 10"/>
          <p:cNvSpPr/>
          <p:nvPr/>
        </p:nvSpPr>
        <p:spPr>
          <a:xfrm>
            <a:off x="951508" y="576458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1" name="object 11"/>
          <p:cNvSpPr/>
          <p:nvPr/>
        </p:nvSpPr>
        <p:spPr>
          <a:xfrm>
            <a:off x="951508" y="708845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7"/>
                </a:lnTo>
                <a:lnTo>
                  <a:pt x="34689" y="409136"/>
                </a:lnTo>
                <a:lnTo>
                  <a:pt x="59756" y="447085"/>
                </a:lnTo>
                <a:lnTo>
                  <a:pt x="90379" y="479856"/>
                </a:lnTo>
                <a:lnTo>
                  <a:pt x="125840" y="506681"/>
                </a:lnTo>
                <a:lnTo>
                  <a:pt x="165422" y="526793"/>
                </a:lnTo>
                <a:lnTo>
                  <a:pt x="208407" y="539423"/>
                </a:lnTo>
                <a:lnTo>
                  <a:pt x="254078" y="543804"/>
                </a:lnTo>
                <a:lnTo>
                  <a:pt x="299750" y="539423"/>
                </a:lnTo>
                <a:lnTo>
                  <a:pt x="342735" y="526793"/>
                </a:lnTo>
                <a:lnTo>
                  <a:pt x="382317" y="506681"/>
                </a:lnTo>
                <a:lnTo>
                  <a:pt x="417778" y="479856"/>
                </a:lnTo>
                <a:lnTo>
                  <a:pt x="448401" y="447085"/>
                </a:lnTo>
                <a:lnTo>
                  <a:pt x="473468" y="409136"/>
                </a:lnTo>
                <a:lnTo>
                  <a:pt x="492262" y="366777"/>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2" name="object 12"/>
          <p:cNvSpPr/>
          <p:nvPr/>
        </p:nvSpPr>
        <p:spPr>
          <a:xfrm>
            <a:off x="951508" y="775608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8"/>
                </a:lnTo>
                <a:lnTo>
                  <a:pt x="34689" y="409137"/>
                </a:lnTo>
                <a:lnTo>
                  <a:pt x="59756" y="447086"/>
                </a:lnTo>
                <a:lnTo>
                  <a:pt x="90379" y="479857"/>
                </a:lnTo>
                <a:lnTo>
                  <a:pt x="125840" y="506682"/>
                </a:lnTo>
                <a:lnTo>
                  <a:pt x="165422" y="526794"/>
                </a:lnTo>
                <a:lnTo>
                  <a:pt x="208407" y="539425"/>
                </a:lnTo>
                <a:lnTo>
                  <a:pt x="254078" y="543805"/>
                </a:lnTo>
                <a:lnTo>
                  <a:pt x="299750" y="539425"/>
                </a:lnTo>
                <a:lnTo>
                  <a:pt x="342735" y="526794"/>
                </a:lnTo>
                <a:lnTo>
                  <a:pt x="382317" y="506682"/>
                </a:lnTo>
                <a:lnTo>
                  <a:pt x="417778" y="479857"/>
                </a:lnTo>
                <a:lnTo>
                  <a:pt x="448401" y="447086"/>
                </a:lnTo>
                <a:lnTo>
                  <a:pt x="473468" y="409137"/>
                </a:lnTo>
                <a:lnTo>
                  <a:pt x="492262" y="366778"/>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3" name="object 13"/>
          <p:cNvSpPr txBox="1"/>
          <p:nvPr/>
        </p:nvSpPr>
        <p:spPr>
          <a:xfrm>
            <a:off x="1132879" y="5876678"/>
            <a:ext cx="146050" cy="2276475"/>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6</a:t>
            </a:r>
            <a:endParaRPr sz="1700">
              <a:latin typeface="Arial MT"/>
              <a:cs typeface="Arial MT"/>
            </a:endParaRPr>
          </a:p>
          <a:p>
            <a:pPr>
              <a:lnSpc>
                <a:spcPct val="100000"/>
              </a:lnSpc>
              <a:spcBef>
                <a:spcPts val="1245"/>
              </a:spcBef>
            </a:pPr>
            <a:endParaRPr sz="1700">
              <a:latin typeface="Arial MT"/>
              <a:cs typeface="Arial MT"/>
            </a:endParaRPr>
          </a:p>
          <a:p>
            <a:pPr marL="12700">
              <a:lnSpc>
                <a:spcPct val="100000"/>
              </a:lnSpc>
            </a:pPr>
            <a:r>
              <a:rPr sz="1700" spc="-50" dirty="0">
                <a:solidFill>
                  <a:srgbClr val="191919"/>
                </a:solidFill>
                <a:latin typeface="Arial MT"/>
                <a:cs typeface="Arial MT"/>
              </a:rPr>
              <a:t>7</a:t>
            </a:r>
            <a:endParaRPr sz="1700">
              <a:latin typeface="Arial MT"/>
              <a:cs typeface="Arial MT"/>
            </a:endParaRPr>
          </a:p>
          <a:p>
            <a:pPr>
              <a:lnSpc>
                <a:spcPct val="100000"/>
              </a:lnSpc>
              <a:spcBef>
                <a:spcPts val="1185"/>
              </a:spcBef>
            </a:pPr>
            <a:endParaRPr sz="1700">
              <a:latin typeface="Arial MT"/>
              <a:cs typeface="Arial MT"/>
            </a:endParaRPr>
          </a:p>
          <a:p>
            <a:pPr marL="12700">
              <a:lnSpc>
                <a:spcPct val="100000"/>
              </a:lnSpc>
              <a:spcBef>
                <a:spcPts val="5"/>
              </a:spcBef>
            </a:pPr>
            <a:r>
              <a:rPr sz="1700" spc="-50" dirty="0">
                <a:solidFill>
                  <a:srgbClr val="191919"/>
                </a:solidFill>
                <a:latin typeface="Arial MT"/>
                <a:cs typeface="Arial MT"/>
              </a:rPr>
              <a:t>8</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pPr>
            <a:r>
              <a:rPr sz="1700" spc="-50" dirty="0">
                <a:solidFill>
                  <a:srgbClr val="191919"/>
                </a:solidFill>
                <a:latin typeface="Arial MT"/>
                <a:cs typeface="Arial MT"/>
              </a:rPr>
              <a:t>9</a:t>
            </a:r>
            <a:endParaRPr sz="1700">
              <a:latin typeface="Arial MT"/>
              <a:cs typeface="Arial MT"/>
            </a:endParaRPr>
          </a:p>
        </p:txBody>
      </p:sp>
      <p:grpSp>
        <p:nvGrpSpPr>
          <p:cNvPr id="14" name="object 14"/>
          <p:cNvGrpSpPr/>
          <p:nvPr/>
        </p:nvGrpSpPr>
        <p:grpSpPr>
          <a:xfrm>
            <a:off x="13380204" y="-257175"/>
            <a:ext cx="5165090" cy="1876425"/>
            <a:chOff x="13380204" y="-257175"/>
            <a:chExt cx="5165090" cy="1876425"/>
          </a:xfrm>
        </p:grpSpPr>
        <p:sp>
          <p:nvSpPr>
            <p:cNvPr id="15" name="object 15"/>
            <p:cNvSpPr/>
            <p:nvPr/>
          </p:nvSpPr>
          <p:spPr>
            <a:xfrm>
              <a:off x="13637379" y="0"/>
              <a:ext cx="4650740" cy="1362075"/>
            </a:xfrm>
            <a:custGeom>
              <a:avLst/>
              <a:gdLst/>
              <a:ahLst/>
              <a:cxnLst/>
              <a:rect l="l" t="t" r="r" b="b"/>
              <a:pathLst>
                <a:path w="4650740" h="1362075">
                  <a:moveTo>
                    <a:pt x="0" y="0"/>
                  </a:moveTo>
                  <a:lnTo>
                    <a:pt x="30771" y="26792"/>
                  </a:lnTo>
                  <a:lnTo>
                    <a:pt x="64892" y="56016"/>
                  </a:lnTo>
                  <a:lnTo>
                    <a:pt x="99252" y="84965"/>
                  </a:lnTo>
                  <a:lnTo>
                    <a:pt x="133852" y="113638"/>
                  </a:lnTo>
                  <a:lnTo>
                    <a:pt x="168689" y="142032"/>
                  </a:lnTo>
                  <a:lnTo>
                    <a:pt x="203762" y="170147"/>
                  </a:lnTo>
                  <a:lnTo>
                    <a:pt x="239068" y="197980"/>
                  </a:lnTo>
                  <a:lnTo>
                    <a:pt x="274607" y="225530"/>
                  </a:lnTo>
                  <a:lnTo>
                    <a:pt x="310376" y="252795"/>
                  </a:lnTo>
                  <a:lnTo>
                    <a:pt x="346373" y="279773"/>
                  </a:lnTo>
                  <a:lnTo>
                    <a:pt x="382598" y="306463"/>
                  </a:lnTo>
                  <a:lnTo>
                    <a:pt x="419048" y="332863"/>
                  </a:lnTo>
                  <a:lnTo>
                    <a:pt x="455722" y="358971"/>
                  </a:lnTo>
                  <a:lnTo>
                    <a:pt x="492618" y="384786"/>
                  </a:lnTo>
                  <a:lnTo>
                    <a:pt x="529733" y="410305"/>
                  </a:lnTo>
                  <a:lnTo>
                    <a:pt x="567068" y="435528"/>
                  </a:lnTo>
                  <a:lnTo>
                    <a:pt x="604619" y="460452"/>
                  </a:lnTo>
                  <a:lnTo>
                    <a:pt x="642385" y="485076"/>
                  </a:lnTo>
                  <a:lnTo>
                    <a:pt x="680365" y="509397"/>
                  </a:lnTo>
                  <a:lnTo>
                    <a:pt x="718557" y="533415"/>
                  </a:lnTo>
                  <a:lnTo>
                    <a:pt x="756958" y="557128"/>
                  </a:lnTo>
                  <a:lnTo>
                    <a:pt x="795568" y="580534"/>
                  </a:lnTo>
                  <a:lnTo>
                    <a:pt x="834384" y="603630"/>
                  </a:lnTo>
                  <a:lnTo>
                    <a:pt x="873406" y="626417"/>
                  </a:lnTo>
                  <a:lnTo>
                    <a:pt x="912630" y="648891"/>
                  </a:lnTo>
                  <a:lnTo>
                    <a:pt x="952056" y="671051"/>
                  </a:lnTo>
                  <a:lnTo>
                    <a:pt x="991682" y="692895"/>
                  </a:lnTo>
                  <a:lnTo>
                    <a:pt x="1031506" y="714423"/>
                  </a:lnTo>
                  <a:lnTo>
                    <a:pt x="1071526" y="735631"/>
                  </a:lnTo>
                  <a:lnTo>
                    <a:pt x="1111741" y="756518"/>
                  </a:lnTo>
                  <a:lnTo>
                    <a:pt x="1152149" y="777083"/>
                  </a:lnTo>
                  <a:lnTo>
                    <a:pt x="1192748" y="797324"/>
                  </a:lnTo>
                  <a:lnTo>
                    <a:pt x="1233536" y="817239"/>
                  </a:lnTo>
                  <a:lnTo>
                    <a:pt x="1274513" y="836827"/>
                  </a:lnTo>
                  <a:lnTo>
                    <a:pt x="1315676" y="856085"/>
                  </a:lnTo>
                  <a:lnTo>
                    <a:pt x="1357023" y="875013"/>
                  </a:lnTo>
                  <a:lnTo>
                    <a:pt x="1398553" y="893607"/>
                  </a:lnTo>
                  <a:lnTo>
                    <a:pt x="1440264" y="911868"/>
                  </a:lnTo>
                  <a:lnTo>
                    <a:pt x="1482154" y="929792"/>
                  </a:lnTo>
                  <a:lnTo>
                    <a:pt x="1524222" y="947379"/>
                  </a:lnTo>
                  <a:lnTo>
                    <a:pt x="1566466" y="964626"/>
                  </a:lnTo>
                  <a:lnTo>
                    <a:pt x="1608884" y="981532"/>
                  </a:lnTo>
                  <a:lnTo>
                    <a:pt x="1651475" y="998095"/>
                  </a:lnTo>
                  <a:lnTo>
                    <a:pt x="1694236" y="1014314"/>
                  </a:lnTo>
                  <a:lnTo>
                    <a:pt x="1737167" y="1030186"/>
                  </a:lnTo>
                  <a:lnTo>
                    <a:pt x="1780265" y="1045710"/>
                  </a:lnTo>
                  <a:lnTo>
                    <a:pt x="1823529" y="1060885"/>
                  </a:lnTo>
                  <a:lnTo>
                    <a:pt x="1866956" y="1075708"/>
                  </a:lnTo>
                  <a:lnTo>
                    <a:pt x="1910546" y="1090178"/>
                  </a:lnTo>
                  <a:lnTo>
                    <a:pt x="1954297" y="1104294"/>
                  </a:lnTo>
                  <a:lnTo>
                    <a:pt x="1998207" y="1118052"/>
                  </a:lnTo>
                  <a:lnTo>
                    <a:pt x="2042274" y="1131453"/>
                  </a:lnTo>
                  <a:lnTo>
                    <a:pt x="2086496" y="1144494"/>
                  </a:lnTo>
                  <a:lnTo>
                    <a:pt x="2130872" y="1157173"/>
                  </a:lnTo>
                  <a:lnTo>
                    <a:pt x="2175400" y="1169489"/>
                  </a:lnTo>
                  <a:lnTo>
                    <a:pt x="2220079" y="1181440"/>
                  </a:lnTo>
                  <a:lnTo>
                    <a:pt x="2264906" y="1193024"/>
                  </a:lnTo>
                  <a:lnTo>
                    <a:pt x="2309880" y="1204240"/>
                  </a:lnTo>
                  <a:lnTo>
                    <a:pt x="2355000" y="1215085"/>
                  </a:lnTo>
                  <a:lnTo>
                    <a:pt x="2400263" y="1225559"/>
                  </a:lnTo>
                  <a:lnTo>
                    <a:pt x="2445668" y="1235660"/>
                  </a:lnTo>
                  <a:lnTo>
                    <a:pt x="2491213" y="1245385"/>
                  </a:lnTo>
                  <a:lnTo>
                    <a:pt x="2536897" y="1254733"/>
                  </a:lnTo>
                  <a:lnTo>
                    <a:pt x="2582717" y="1263702"/>
                  </a:lnTo>
                  <a:lnTo>
                    <a:pt x="2628673" y="1272291"/>
                  </a:lnTo>
                  <a:lnTo>
                    <a:pt x="2674762" y="1280499"/>
                  </a:lnTo>
                  <a:lnTo>
                    <a:pt x="2720982" y="1288322"/>
                  </a:lnTo>
                  <a:lnTo>
                    <a:pt x="2767332" y="1295760"/>
                  </a:lnTo>
                  <a:lnTo>
                    <a:pt x="2813811" y="1302811"/>
                  </a:lnTo>
                  <a:lnTo>
                    <a:pt x="2860416" y="1309473"/>
                  </a:lnTo>
                  <a:lnTo>
                    <a:pt x="2907146" y="1315744"/>
                  </a:lnTo>
                  <a:lnTo>
                    <a:pt x="2953999" y="1321623"/>
                  </a:lnTo>
                  <a:lnTo>
                    <a:pt x="3000974" y="1327108"/>
                  </a:lnTo>
                  <a:lnTo>
                    <a:pt x="3048068" y="1332198"/>
                  </a:lnTo>
                  <a:lnTo>
                    <a:pt x="3095281" y="1336890"/>
                  </a:lnTo>
                  <a:lnTo>
                    <a:pt x="3142610" y="1341183"/>
                  </a:lnTo>
                  <a:lnTo>
                    <a:pt x="3190053" y="1345075"/>
                  </a:lnTo>
                  <a:lnTo>
                    <a:pt x="3237609" y="1348565"/>
                  </a:lnTo>
                  <a:lnTo>
                    <a:pt x="3285276" y="1351651"/>
                  </a:lnTo>
                  <a:lnTo>
                    <a:pt x="3333053" y="1354330"/>
                  </a:lnTo>
                  <a:lnTo>
                    <a:pt x="3380938" y="1356602"/>
                  </a:lnTo>
                  <a:lnTo>
                    <a:pt x="3428929" y="1358465"/>
                  </a:lnTo>
                  <a:lnTo>
                    <a:pt x="3477024" y="1359917"/>
                  </a:lnTo>
                  <a:lnTo>
                    <a:pt x="3525222" y="1360956"/>
                  </a:lnTo>
                  <a:lnTo>
                    <a:pt x="3573521" y="1361581"/>
                  </a:lnTo>
                  <a:lnTo>
                    <a:pt x="3621920" y="1361789"/>
                  </a:lnTo>
                  <a:lnTo>
                    <a:pt x="3670318" y="1361581"/>
                  </a:lnTo>
                  <a:lnTo>
                    <a:pt x="3718617" y="1360956"/>
                  </a:lnTo>
                  <a:lnTo>
                    <a:pt x="3766815" y="1359917"/>
                  </a:lnTo>
                  <a:lnTo>
                    <a:pt x="3814910" y="1358465"/>
                  </a:lnTo>
                  <a:lnTo>
                    <a:pt x="3862901" y="1356602"/>
                  </a:lnTo>
                  <a:lnTo>
                    <a:pt x="3910786" y="1354330"/>
                  </a:lnTo>
                  <a:lnTo>
                    <a:pt x="3958563" y="1351651"/>
                  </a:lnTo>
                  <a:lnTo>
                    <a:pt x="4006230" y="1348565"/>
                  </a:lnTo>
                  <a:lnTo>
                    <a:pt x="4053786" y="1345075"/>
                  </a:lnTo>
                  <a:lnTo>
                    <a:pt x="4101230" y="1341183"/>
                  </a:lnTo>
                  <a:lnTo>
                    <a:pt x="4148558" y="1336890"/>
                  </a:lnTo>
                  <a:lnTo>
                    <a:pt x="4195771" y="1332198"/>
                  </a:lnTo>
                  <a:lnTo>
                    <a:pt x="4242865" y="1327108"/>
                  </a:lnTo>
                  <a:lnTo>
                    <a:pt x="4289840" y="1321623"/>
                  </a:lnTo>
                  <a:lnTo>
                    <a:pt x="4336693" y="1315744"/>
                  </a:lnTo>
                  <a:lnTo>
                    <a:pt x="4383423" y="1309473"/>
                  </a:lnTo>
                  <a:lnTo>
                    <a:pt x="4430028" y="1302811"/>
                  </a:lnTo>
                  <a:lnTo>
                    <a:pt x="4476507" y="1295760"/>
                  </a:lnTo>
                  <a:lnTo>
                    <a:pt x="4522857" y="1288322"/>
                  </a:lnTo>
                  <a:lnTo>
                    <a:pt x="4569078" y="1280499"/>
                  </a:lnTo>
                  <a:lnTo>
                    <a:pt x="4615166" y="1272291"/>
                  </a:lnTo>
                  <a:lnTo>
                    <a:pt x="4650620" y="1265665"/>
                  </a:lnTo>
                </a:path>
              </a:pathLst>
            </a:custGeom>
            <a:ln w="514349">
              <a:solidFill>
                <a:srgbClr val="FC6220"/>
              </a:solidFill>
            </a:ln>
          </p:spPr>
          <p:txBody>
            <a:bodyPr wrap="square" lIns="0" tIns="0" rIns="0" bIns="0" rtlCol="0"/>
            <a:lstStyle/>
            <a:p/>
          </p:txBody>
        </p:sp>
        <p:pic>
          <p:nvPicPr>
            <p:cNvPr id="16" name="object 16"/>
            <p:cNvPicPr/>
            <p:nvPr/>
          </p:nvPicPr>
          <p:blipFill>
            <a:blip r:embed="rId1" cstate="print"/>
            <a:stretch>
              <a:fillRect/>
            </a:stretch>
          </p:blipFill>
          <p:spPr>
            <a:xfrm>
              <a:off x="16313420" y="910465"/>
              <a:ext cx="945879" cy="236469"/>
            </a:xfrm>
            <a:prstGeom prst="rect">
              <a:avLst/>
            </a:prstGeom>
          </p:spPr>
        </p:pic>
      </p:grpSp>
      <p:sp>
        <p:nvSpPr>
          <p:cNvPr id="17" name="object 17" descr="$PPTXTitle"/>
          <p:cNvSpPr txBox="1">
            <a:spLocks noGrp="1"/>
          </p:cNvSpPr>
          <p:nvPr>
            <p:ph type="title"/>
          </p:nvPr>
        </p:nvSpPr>
        <p:spPr>
          <a:prstGeom prst="rect">
            <a:avLst/>
          </a:prstGeom>
        </p:spPr>
        <p:txBody>
          <a:bodyPr vert="horz" wrap="square" lIns="0" tIns="65106" rIns="0" bIns="0" rtlCol="0">
            <a:spAutoFit/>
          </a:bodyPr>
          <a:lstStyle/>
          <a:p>
            <a:pPr marL="12700">
              <a:lnSpc>
                <a:spcPct val="100000"/>
              </a:lnSpc>
              <a:spcBef>
                <a:spcPts val="100"/>
              </a:spcBef>
            </a:pPr>
            <a:r>
              <a:rPr spc="-10" dirty="0"/>
              <a:t>PROPOSED</a:t>
            </a:r>
            <a:r>
              <a:rPr spc="-220" dirty="0"/>
              <a:t> </a:t>
            </a:r>
            <a:r>
              <a:rPr dirty="0"/>
              <a:t>SYSTEM</a:t>
            </a:r>
            <a:r>
              <a:rPr spc="-300" dirty="0"/>
              <a:t> </a:t>
            </a:r>
            <a:r>
              <a:rPr spc="-10" dirty="0"/>
              <a:t>ARCHITECTURE</a:t>
            </a:r>
            <a:endParaRPr spc="-10" dirty="0"/>
          </a:p>
        </p:txBody>
      </p:sp>
      <p:pic>
        <p:nvPicPr>
          <p:cNvPr id="18" name="object 18"/>
          <p:cNvPicPr/>
          <p:nvPr/>
        </p:nvPicPr>
        <p:blipFill>
          <a:blip r:embed="rId2" cstate="print"/>
          <a:stretch>
            <a:fillRect/>
          </a:stretch>
        </p:blipFill>
        <p:spPr>
          <a:xfrm>
            <a:off x="2524199" y="1918174"/>
            <a:ext cx="14453398" cy="76726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5587" y="5318633"/>
            <a:ext cx="992505" cy="992505"/>
          </a:xfrm>
          <a:custGeom>
            <a:avLst/>
            <a:gdLst/>
            <a:ahLst/>
            <a:cxnLst/>
            <a:rect l="l" t="t" r="r" b="b"/>
            <a:pathLst>
              <a:path w="992505" h="992504">
                <a:moveTo>
                  <a:pt x="496231" y="992462"/>
                </a:moveTo>
                <a:lnTo>
                  <a:pt x="448440" y="990191"/>
                </a:lnTo>
                <a:lnTo>
                  <a:pt x="401935" y="983515"/>
                </a:lnTo>
                <a:lnTo>
                  <a:pt x="356923" y="972642"/>
                </a:lnTo>
                <a:lnTo>
                  <a:pt x="313613" y="957781"/>
                </a:lnTo>
                <a:lnTo>
                  <a:pt x="272211" y="939138"/>
                </a:lnTo>
                <a:lnTo>
                  <a:pt x="232926" y="916923"/>
                </a:lnTo>
                <a:lnTo>
                  <a:pt x="195967" y="891344"/>
                </a:lnTo>
                <a:lnTo>
                  <a:pt x="161540" y="862607"/>
                </a:lnTo>
                <a:lnTo>
                  <a:pt x="129855" y="830922"/>
                </a:lnTo>
                <a:lnTo>
                  <a:pt x="101118" y="796495"/>
                </a:lnTo>
                <a:lnTo>
                  <a:pt x="75539" y="759536"/>
                </a:lnTo>
                <a:lnTo>
                  <a:pt x="53324" y="720251"/>
                </a:lnTo>
                <a:lnTo>
                  <a:pt x="34682" y="678850"/>
                </a:lnTo>
                <a:lnTo>
                  <a:pt x="19820" y="635539"/>
                </a:lnTo>
                <a:lnTo>
                  <a:pt x="8947" y="590527"/>
                </a:lnTo>
                <a:lnTo>
                  <a:pt x="2271" y="544022"/>
                </a:lnTo>
                <a:lnTo>
                  <a:pt x="0" y="496231"/>
                </a:lnTo>
                <a:lnTo>
                  <a:pt x="2271" y="448441"/>
                </a:lnTo>
                <a:lnTo>
                  <a:pt x="8947" y="401935"/>
                </a:lnTo>
                <a:lnTo>
                  <a:pt x="19820" y="356923"/>
                </a:lnTo>
                <a:lnTo>
                  <a:pt x="34682" y="313613"/>
                </a:lnTo>
                <a:lnTo>
                  <a:pt x="53324" y="272211"/>
                </a:lnTo>
                <a:lnTo>
                  <a:pt x="75539" y="232927"/>
                </a:lnTo>
                <a:lnTo>
                  <a:pt x="101118" y="195967"/>
                </a:lnTo>
                <a:lnTo>
                  <a:pt x="129855" y="161541"/>
                </a:lnTo>
                <a:lnTo>
                  <a:pt x="161540" y="129855"/>
                </a:lnTo>
                <a:lnTo>
                  <a:pt x="195967" y="101118"/>
                </a:lnTo>
                <a:lnTo>
                  <a:pt x="232926" y="75539"/>
                </a:lnTo>
                <a:lnTo>
                  <a:pt x="272211" y="53324"/>
                </a:lnTo>
                <a:lnTo>
                  <a:pt x="313613" y="34682"/>
                </a:lnTo>
                <a:lnTo>
                  <a:pt x="356923" y="19820"/>
                </a:lnTo>
                <a:lnTo>
                  <a:pt x="401935" y="8947"/>
                </a:lnTo>
                <a:lnTo>
                  <a:pt x="448440" y="2271"/>
                </a:lnTo>
                <a:lnTo>
                  <a:pt x="496231" y="0"/>
                </a:lnTo>
                <a:lnTo>
                  <a:pt x="544021" y="2271"/>
                </a:lnTo>
                <a:lnTo>
                  <a:pt x="590527" y="8947"/>
                </a:lnTo>
                <a:lnTo>
                  <a:pt x="635539" y="19820"/>
                </a:lnTo>
                <a:lnTo>
                  <a:pt x="678849" y="34682"/>
                </a:lnTo>
                <a:lnTo>
                  <a:pt x="720251" y="53324"/>
                </a:lnTo>
                <a:lnTo>
                  <a:pt x="759536" y="75539"/>
                </a:lnTo>
                <a:lnTo>
                  <a:pt x="796495" y="101118"/>
                </a:lnTo>
                <a:lnTo>
                  <a:pt x="830921" y="129855"/>
                </a:lnTo>
                <a:lnTo>
                  <a:pt x="862607" y="161541"/>
                </a:lnTo>
                <a:lnTo>
                  <a:pt x="891344" y="195967"/>
                </a:lnTo>
                <a:lnTo>
                  <a:pt x="916923" y="232927"/>
                </a:lnTo>
                <a:lnTo>
                  <a:pt x="939138" y="272211"/>
                </a:lnTo>
                <a:lnTo>
                  <a:pt x="957780" y="313613"/>
                </a:lnTo>
                <a:lnTo>
                  <a:pt x="972642" y="356923"/>
                </a:lnTo>
                <a:lnTo>
                  <a:pt x="983515" y="401935"/>
                </a:lnTo>
                <a:lnTo>
                  <a:pt x="990191" y="448441"/>
                </a:lnTo>
                <a:lnTo>
                  <a:pt x="992462" y="496231"/>
                </a:lnTo>
                <a:lnTo>
                  <a:pt x="990191" y="544022"/>
                </a:lnTo>
                <a:lnTo>
                  <a:pt x="983515" y="590527"/>
                </a:lnTo>
                <a:lnTo>
                  <a:pt x="972642" y="635539"/>
                </a:lnTo>
                <a:lnTo>
                  <a:pt x="957780" y="678850"/>
                </a:lnTo>
                <a:lnTo>
                  <a:pt x="939138" y="720251"/>
                </a:lnTo>
                <a:lnTo>
                  <a:pt x="916923" y="759536"/>
                </a:lnTo>
                <a:lnTo>
                  <a:pt x="891344" y="796495"/>
                </a:lnTo>
                <a:lnTo>
                  <a:pt x="862607" y="830922"/>
                </a:lnTo>
                <a:lnTo>
                  <a:pt x="830921" y="862607"/>
                </a:lnTo>
                <a:lnTo>
                  <a:pt x="796495" y="891344"/>
                </a:lnTo>
                <a:lnTo>
                  <a:pt x="759536" y="916923"/>
                </a:lnTo>
                <a:lnTo>
                  <a:pt x="720251" y="939138"/>
                </a:lnTo>
                <a:lnTo>
                  <a:pt x="678849" y="957781"/>
                </a:lnTo>
                <a:lnTo>
                  <a:pt x="635539" y="972642"/>
                </a:lnTo>
                <a:lnTo>
                  <a:pt x="590527" y="983515"/>
                </a:lnTo>
                <a:lnTo>
                  <a:pt x="544021" y="990191"/>
                </a:lnTo>
                <a:lnTo>
                  <a:pt x="496231" y="992462"/>
                </a:lnTo>
                <a:close/>
              </a:path>
            </a:pathLst>
          </a:custGeom>
          <a:solidFill>
            <a:srgbClr val="FC6220"/>
          </a:solidFill>
        </p:spPr>
        <p:txBody>
          <a:bodyPr wrap="square" lIns="0" tIns="0" rIns="0" bIns="0" rtlCol="0"/>
          <a:lstStyle/>
          <a:p/>
        </p:txBody>
      </p:sp>
      <p:sp>
        <p:nvSpPr>
          <p:cNvPr id="3" name="object 3"/>
          <p:cNvSpPr txBox="1"/>
          <p:nvPr/>
        </p:nvSpPr>
        <p:spPr>
          <a:xfrm>
            <a:off x="1123808" y="5547899"/>
            <a:ext cx="216535" cy="436880"/>
          </a:xfrm>
          <a:prstGeom prst="rect">
            <a:avLst/>
          </a:prstGeom>
        </p:spPr>
        <p:txBody>
          <a:bodyPr vert="horz" wrap="square" lIns="0" tIns="12700" rIns="0" bIns="0" rtlCol="0">
            <a:spAutoFit/>
          </a:bodyPr>
          <a:lstStyle/>
          <a:p>
            <a:pPr marL="12700">
              <a:lnSpc>
                <a:spcPct val="100000"/>
              </a:lnSpc>
              <a:spcBef>
                <a:spcPts val="100"/>
              </a:spcBef>
            </a:pPr>
            <a:r>
              <a:rPr sz="2700" spc="-50" dirty="0">
                <a:solidFill>
                  <a:srgbClr val="FFFDFD"/>
                </a:solidFill>
                <a:latin typeface="Arial MT"/>
                <a:cs typeface="Arial MT"/>
              </a:rPr>
              <a:t>6</a:t>
            </a:r>
            <a:endParaRPr sz="2700">
              <a:latin typeface="Arial MT"/>
              <a:cs typeface="Arial MT"/>
            </a:endParaRPr>
          </a:p>
        </p:txBody>
      </p:sp>
      <p:sp>
        <p:nvSpPr>
          <p:cNvPr id="4" name="object 4"/>
          <p:cNvSpPr/>
          <p:nvPr/>
        </p:nvSpPr>
        <p:spPr>
          <a:xfrm>
            <a:off x="977740" y="3315742"/>
            <a:ext cx="508634" cy="544195"/>
          </a:xfrm>
          <a:custGeom>
            <a:avLst/>
            <a:gdLst/>
            <a:ahLst/>
            <a:cxnLst/>
            <a:rect l="l" t="t" r="r" b="b"/>
            <a:pathLst>
              <a:path w="508634" h="544195">
                <a:moveTo>
                  <a:pt x="254078" y="0"/>
                </a:moveTo>
                <a:lnTo>
                  <a:pt x="208407" y="4380"/>
                </a:lnTo>
                <a:lnTo>
                  <a:pt x="165422" y="17010"/>
                </a:lnTo>
                <a:lnTo>
                  <a:pt x="125840" y="37122"/>
                </a:lnTo>
                <a:lnTo>
                  <a:pt x="90379" y="63947"/>
                </a:lnTo>
                <a:lnTo>
                  <a:pt x="59756" y="96719"/>
                </a:lnTo>
                <a:lnTo>
                  <a:pt x="34689" y="134667"/>
                </a:lnTo>
                <a:lnTo>
                  <a:pt x="15895" y="177026"/>
                </a:lnTo>
                <a:lnTo>
                  <a:pt x="4093" y="223027"/>
                </a:lnTo>
                <a:lnTo>
                  <a:pt x="0" y="271901"/>
                </a:lnTo>
                <a:lnTo>
                  <a:pt x="4093" y="320776"/>
                </a:lnTo>
                <a:lnTo>
                  <a:pt x="15895" y="366777"/>
                </a:lnTo>
                <a:lnTo>
                  <a:pt x="34689" y="409136"/>
                </a:lnTo>
                <a:lnTo>
                  <a:pt x="59756" y="447085"/>
                </a:lnTo>
                <a:lnTo>
                  <a:pt x="90379" y="479856"/>
                </a:lnTo>
                <a:lnTo>
                  <a:pt x="125840" y="506681"/>
                </a:lnTo>
                <a:lnTo>
                  <a:pt x="165422" y="526793"/>
                </a:lnTo>
                <a:lnTo>
                  <a:pt x="208407" y="539424"/>
                </a:lnTo>
                <a:lnTo>
                  <a:pt x="254078" y="543804"/>
                </a:lnTo>
                <a:lnTo>
                  <a:pt x="299750" y="539424"/>
                </a:lnTo>
                <a:lnTo>
                  <a:pt x="342735" y="526793"/>
                </a:lnTo>
                <a:lnTo>
                  <a:pt x="382317" y="506681"/>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7"/>
                </a:lnTo>
                <a:lnTo>
                  <a:pt x="448401" y="96719"/>
                </a:lnTo>
                <a:lnTo>
                  <a:pt x="417778" y="63947"/>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5" name="object 5"/>
          <p:cNvSpPr/>
          <p:nvPr/>
        </p:nvSpPr>
        <p:spPr>
          <a:xfrm>
            <a:off x="977740" y="1982348"/>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6" name="object 6"/>
          <p:cNvSpPr/>
          <p:nvPr/>
        </p:nvSpPr>
        <p:spPr>
          <a:xfrm>
            <a:off x="977740" y="398337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7" name="object 7"/>
          <p:cNvSpPr/>
          <p:nvPr/>
        </p:nvSpPr>
        <p:spPr>
          <a:xfrm>
            <a:off x="977740" y="2648112"/>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8" name="object 8"/>
          <p:cNvSpPr/>
          <p:nvPr/>
        </p:nvSpPr>
        <p:spPr>
          <a:xfrm>
            <a:off x="977740" y="6425584"/>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8"/>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8"/>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9" name="object 9"/>
          <p:cNvSpPr/>
          <p:nvPr/>
        </p:nvSpPr>
        <p:spPr>
          <a:xfrm>
            <a:off x="977740" y="465100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0" name="object 10"/>
          <p:cNvSpPr txBox="1"/>
          <p:nvPr/>
        </p:nvSpPr>
        <p:spPr>
          <a:xfrm>
            <a:off x="1159110" y="2094442"/>
            <a:ext cx="146050" cy="2953385"/>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1</a:t>
            </a:r>
            <a:endParaRPr sz="1700">
              <a:latin typeface="Arial MT"/>
              <a:cs typeface="Arial MT"/>
            </a:endParaRPr>
          </a:p>
          <a:p>
            <a:pPr>
              <a:lnSpc>
                <a:spcPct val="100000"/>
              </a:lnSpc>
              <a:spcBef>
                <a:spcPts val="1245"/>
              </a:spcBef>
            </a:pPr>
            <a:endParaRPr sz="1700">
              <a:latin typeface="Arial MT"/>
              <a:cs typeface="Arial MT"/>
            </a:endParaRPr>
          </a:p>
          <a:p>
            <a:pPr marL="12700">
              <a:lnSpc>
                <a:spcPct val="100000"/>
              </a:lnSpc>
            </a:pPr>
            <a:r>
              <a:rPr sz="1700" spc="-50" dirty="0">
                <a:solidFill>
                  <a:srgbClr val="191919"/>
                </a:solidFill>
                <a:latin typeface="Arial MT"/>
                <a:cs typeface="Arial MT"/>
              </a:rPr>
              <a:t>2</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spcBef>
                <a:spcPts val="5"/>
              </a:spcBef>
            </a:pPr>
            <a:r>
              <a:rPr sz="1700" spc="-50" dirty="0">
                <a:solidFill>
                  <a:srgbClr val="191919"/>
                </a:solidFill>
                <a:latin typeface="Arial MT"/>
                <a:cs typeface="Arial MT"/>
              </a:rPr>
              <a:t>3</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pPr>
            <a:r>
              <a:rPr sz="1700" spc="-50" dirty="0">
                <a:solidFill>
                  <a:srgbClr val="191919"/>
                </a:solidFill>
                <a:latin typeface="Arial MT"/>
                <a:cs typeface="Arial MT"/>
              </a:rPr>
              <a:t>4</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pPr>
            <a:r>
              <a:rPr sz="1700" spc="-50" dirty="0">
                <a:solidFill>
                  <a:srgbClr val="191919"/>
                </a:solidFill>
                <a:latin typeface="Arial MT"/>
                <a:cs typeface="Arial MT"/>
              </a:rPr>
              <a:t>5</a:t>
            </a:r>
            <a:endParaRPr sz="1700">
              <a:latin typeface="Arial MT"/>
              <a:cs typeface="Arial MT"/>
            </a:endParaRPr>
          </a:p>
        </p:txBody>
      </p:sp>
      <p:sp>
        <p:nvSpPr>
          <p:cNvPr id="11" name="object 11"/>
          <p:cNvSpPr/>
          <p:nvPr/>
        </p:nvSpPr>
        <p:spPr>
          <a:xfrm>
            <a:off x="977740" y="709321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8"/>
                </a:lnTo>
                <a:lnTo>
                  <a:pt x="34689" y="409137"/>
                </a:lnTo>
                <a:lnTo>
                  <a:pt x="59756" y="447086"/>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6"/>
                </a:lnTo>
                <a:lnTo>
                  <a:pt x="473468" y="409137"/>
                </a:lnTo>
                <a:lnTo>
                  <a:pt x="492262" y="366778"/>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2" name="object 12"/>
          <p:cNvSpPr/>
          <p:nvPr/>
        </p:nvSpPr>
        <p:spPr>
          <a:xfrm>
            <a:off x="977740" y="776084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3" name="object 13"/>
          <p:cNvSpPr txBox="1"/>
          <p:nvPr/>
        </p:nvSpPr>
        <p:spPr>
          <a:xfrm>
            <a:off x="1159110" y="6537678"/>
            <a:ext cx="146050" cy="1619885"/>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7</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pPr>
            <a:r>
              <a:rPr sz="1700" spc="-50" dirty="0">
                <a:solidFill>
                  <a:srgbClr val="191919"/>
                </a:solidFill>
                <a:latin typeface="Arial MT"/>
                <a:cs typeface="Arial MT"/>
              </a:rPr>
              <a:t>8</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spcBef>
                <a:spcPts val="5"/>
              </a:spcBef>
            </a:pPr>
            <a:r>
              <a:rPr sz="1700" spc="-50" dirty="0">
                <a:solidFill>
                  <a:srgbClr val="191919"/>
                </a:solidFill>
                <a:latin typeface="Arial MT"/>
                <a:cs typeface="Arial MT"/>
              </a:rPr>
              <a:t>9</a:t>
            </a:r>
            <a:endParaRPr sz="1700">
              <a:latin typeface="Arial MT"/>
              <a:cs typeface="Arial MT"/>
            </a:endParaRPr>
          </a:p>
        </p:txBody>
      </p:sp>
      <p:pic>
        <p:nvPicPr>
          <p:cNvPr id="14" name="object 14"/>
          <p:cNvPicPr/>
          <p:nvPr/>
        </p:nvPicPr>
        <p:blipFill>
          <a:blip r:embed="rId1" cstate="print"/>
          <a:stretch>
            <a:fillRect/>
          </a:stretch>
        </p:blipFill>
        <p:spPr>
          <a:xfrm>
            <a:off x="16313419" y="910465"/>
            <a:ext cx="945879" cy="236469"/>
          </a:xfrm>
          <a:prstGeom prst="rect">
            <a:avLst/>
          </a:prstGeom>
        </p:spPr>
      </p:pic>
      <p:sp>
        <p:nvSpPr>
          <p:cNvPr id="15" name="object 15" descr="$PPTXTitle"/>
          <p:cNvSpPr txBox="1">
            <a:spLocks noGrp="1"/>
          </p:cNvSpPr>
          <p:nvPr>
            <p:ph type="title"/>
          </p:nvPr>
        </p:nvSpPr>
        <p:spPr>
          <a:prstGeom prst="rect">
            <a:avLst/>
          </a:prstGeom>
        </p:spPr>
        <p:txBody>
          <a:bodyPr vert="horz" wrap="square" lIns="0" tIns="12700" rIns="0" bIns="0" rtlCol="0">
            <a:spAutoFit/>
          </a:bodyPr>
          <a:lstStyle/>
          <a:p>
            <a:pPr marL="3658235">
              <a:lnSpc>
                <a:spcPct val="100000"/>
              </a:lnSpc>
              <a:spcBef>
                <a:spcPts val="100"/>
              </a:spcBef>
            </a:pPr>
            <a:r>
              <a:rPr spc="-10" dirty="0"/>
              <a:t>WORKFLOW</a:t>
            </a:r>
            <a:endParaRPr spc="-10" dirty="0"/>
          </a:p>
        </p:txBody>
      </p:sp>
      <p:pic>
        <p:nvPicPr>
          <p:cNvPr id="16" name="object 16"/>
          <p:cNvPicPr/>
          <p:nvPr/>
        </p:nvPicPr>
        <p:blipFill>
          <a:blip r:embed="rId2" cstate="print"/>
          <a:stretch>
            <a:fillRect/>
          </a:stretch>
        </p:blipFill>
        <p:spPr>
          <a:xfrm>
            <a:off x="5445300" y="1732550"/>
            <a:ext cx="7397399" cy="71158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5587" y="5976927"/>
            <a:ext cx="992505" cy="992505"/>
          </a:xfrm>
          <a:custGeom>
            <a:avLst/>
            <a:gdLst/>
            <a:ahLst/>
            <a:cxnLst/>
            <a:rect l="l" t="t" r="r" b="b"/>
            <a:pathLst>
              <a:path w="992505" h="992504">
                <a:moveTo>
                  <a:pt x="496231" y="992462"/>
                </a:moveTo>
                <a:lnTo>
                  <a:pt x="448440" y="990191"/>
                </a:lnTo>
                <a:lnTo>
                  <a:pt x="401935" y="983515"/>
                </a:lnTo>
                <a:lnTo>
                  <a:pt x="356923" y="972642"/>
                </a:lnTo>
                <a:lnTo>
                  <a:pt x="313613" y="957780"/>
                </a:lnTo>
                <a:lnTo>
                  <a:pt x="272211" y="939138"/>
                </a:lnTo>
                <a:lnTo>
                  <a:pt x="232926" y="916923"/>
                </a:lnTo>
                <a:lnTo>
                  <a:pt x="195967" y="891344"/>
                </a:lnTo>
                <a:lnTo>
                  <a:pt x="161540" y="862607"/>
                </a:lnTo>
                <a:lnTo>
                  <a:pt x="129855" y="830921"/>
                </a:lnTo>
                <a:lnTo>
                  <a:pt x="101118" y="796495"/>
                </a:lnTo>
                <a:lnTo>
                  <a:pt x="75539" y="759535"/>
                </a:lnTo>
                <a:lnTo>
                  <a:pt x="53324" y="720251"/>
                </a:lnTo>
                <a:lnTo>
                  <a:pt x="34682" y="678849"/>
                </a:lnTo>
                <a:lnTo>
                  <a:pt x="19820" y="635539"/>
                </a:lnTo>
                <a:lnTo>
                  <a:pt x="8947" y="590527"/>
                </a:lnTo>
                <a:lnTo>
                  <a:pt x="2271" y="544021"/>
                </a:lnTo>
                <a:lnTo>
                  <a:pt x="0" y="496231"/>
                </a:lnTo>
                <a:lnTo>
                  <a:pt x="2271" y="448441"/>
                </a:lnTo>
                <a:lnTo>
                  <a:pt x="8947" y="401935"/>
                </a:lnTo>
                <a:lnTo>
                  <a:pt x="19820" y="356923"/>
                </a:lnTo>
                <a:lnTo>
                  <a:pt x="34682" y="313613"/>
                </a:lnTo>
                <a:lnTo>
                  <a:pt x="53324" y="272211"/>
                </a:lnTo>
                <a:lnTo>
                  <a:pt x="75539" y="232927"/>
                </a:lnTo>
                <a:lnTo>
                  <a:pt x="101118" y="195967"/>
                </a:lnTo>
                <a:lnTo>
                  <a:pt x="129855" y="161541"/>
                </a:lnTo>
                <a:lnTo>
                  <a:pt x="161540" y="129855"/>
                </a:lnTo>
                <a:lnTo>
                  <a:pt x="195967" y="101118"/>
                </a:lnTo>
                <a:lnTo>
                  <a:pt x="232926" y="75539"/>
                </a:lnTo>
                <a:lnTo>
                  <a:pt x="272211" y="53324"/>
                </a:lnTo>
                <a:lnTo>
                  <a:pt x="313613" y="34682"/>
                </a:lnTo>
                <a:lnTo>
                  <a:pt x="356923" y="19820"/>
                </a:lnTo>
                <a:lnTo>
                  <a:pt x="401935" y="8947"/>
                </a:lnTo>
                <a:lnTo>
                  <a:pt x="448440" y="2271"/>
                </a:lnTo>
                <a:lnTo>
                  <a:pt x="496231" y="0"/>
                </a:lnTo>
                <a:lnTo>
                  <a:pt x="544021" y="2271"/>
                </a:lnTo>
                <a:lnTo>
                  <a:pt x="590527" y="8947"/>
                </a:lnTo>
                <a:lnTo>
                  <a:pt x="635539" y="19820"/>
                </a:lnTo>
                <a:lnTo>
                  <a:pt x="678849" y="34682"/>
                </a:lnTo>
                <a:lnTo>
                  <a:pt x="720251" y="53324"/>
                </a:lnTo>
                <a:lnTo>
                  <a:pt x="759536" y="75539"/>
                </a:lnTo>
                <a:lnTo>
                  <a:pt x="796495" y="101118"/>
                </a:lnTo>
                <a:lnTo>
                  <a:pt x="830921" y="129855"/>
                </a:lnTo>
                <a:lnTo>
                  <a:pt x="862607" y="161541"/>
                </a:lnTo>
                <a:lnTo>
                  <a:pt x="891344" y="195967"/>
                </a:lnTo>
                <a:lnTo>
                  <a:pt x="916923" y="232927"/>
                </a:lnTo>
                <a:lnTo>
                  <a:pt x="939138" y="272211"/>
                </a:lnTo>
                <a:lnTo>
                  <a:pt x="957780" y="313613"/>
                </a:lnTo>
                <a:lnTo>
                  <a:pt x="972642" y="356923"/>
                </a:lnTo>
                <a:lnTo>
                  <a:pt x="983515" y="401935"/>
                </a:lnTo>
                <a:lnTo>
                  <a:pt x="990191" y="448441"/>
                </a:lnTo>
                <a:lnTo>
                  <a:pt x="992462" y="496231"/>
                </a:lnTo>
                <a:lnTo>
                  <a:pt x="990191" y="544021"/>
                </a:lnTo>
                <a:lnTo>
                  <a:pt x="983515" y="590527"/>
                </a:lnTo>
                <a:lnTo>
                  <a:pt x="972642" y="635539"/>
                </a:lnTo>
                <a:lnTo>
                  <a:pt x="957780" y="678849"/>
                </a:lnTo>
                <a:lnTo>
                  <a:pt x="939138" y="720251"/>
                </a:lnTo>
                <a:lnTo>
                  <a:pt x="916923" y="759535"/>
                </a:lnTo>
                <a:lnTo>
                  <a:pt x="891344" y="796495"/>
                </a:lnTo>
                <a:lnTo>
                  <a:pt x="862607" y="830921"/>
                </a:lnTo>
                <a:lnTo>
                  <a:pt x="830921" y="862607"/>
                </a:lnTo>
                <a:lnTo>
                  <a:pt x="796495" y="891344"/>
                </a:lnTo>
                <a:lnTo>
                  <a:pt x="759536" y="916923"/>
                </a:lnTo>
                <a:lnTo>
                  <a:pt x="720251" y="939138"/>
                </a:lnTo>
                <a:lnTo>
                  <a:pt x="678849" y="957780"/>
                </a:lnTo>
                <a:lnTo>
                  <a:pt x="635539" y="972642"/>
                </a:lnTo>
                <a:lnTo>
                  <a:pt x="590527" y="983515"/>
                </a:lnTo>
                <a:lnTo>
                  <a:pt x="544021" y="990191"/>
                </a:lnTo>
                <a:lnTo>
                  <a:pt x="496231" y="992462"/>
                </a:lnTo>
                <a:close/>
              </a:path>
            </a:pathLst>
          </a:custGeom>
          <a:solidFill>
            <a:srgbClr val="FC6220"/>
          </a:solidFill>
        </p:spPr>
        <p:txBody>
          <a:bodyPr wrap="square" lIns="0" tIns="0" rIns="0" bIns="0" rtlCol="0"/>
          <a:lstStyle/>
          <a:p/>
        </p:txBody>
      </p:sp>
      <p:sp>
        <p:nvSpPr>
          <p:cNvPr id="3" name="object 3"/>
          <p:cNvSpPr txBox="1"/>
          <p:nvPr/>
        </p:nvSpPr>
        <p:spPr>
          <a:xfrm>
            <a:off x="1123808" y="6206192"/>
            <a:ext cx="216535" cy="436880"/>
          </a:xfrm>
          <a:prstGeom prst="rect">
            <a:avLst/>
          </a:prstGeom>
        </p:spPr>
        <p:txBody>
          <a:bodyPr vert="horz" wrap="square" lIns="0" tIns="12700" rIns="0" bIns="0" rtlCol="0">
            <a:spAutoFit/>
          </a:bodyPr>
          <a:lstStyle/>
          <a:p>
            <a:pPr marL="12700">
              <a:lnSpc>
                <a:spcPct val="100000"/>
              </a:lnSpc>
              <a:spcBef>
                <a:spcPts val="100"/>
              </a:spcBef>
            </a:pPr>
            <a:r>
              <a:rPr sz="2700" spc="-50" dirty="0">
                <a:solidFill>
                  <a:srgbClr val="FFFDFD"/>
                </a:solidFill>
                <a:latin typeface="Arial MT"/>
                <a:cs typeface="Arial MT"/>
              </a:rPr>
              <a:t>7</a:t>
            </a:r>
            <a:endParaRPr sz="2700">
              <a:latin typeface="Arial MT"/>
              <a:cs typeface="Arial MT"/>
            </a:endParaRPr>
          </a:p>
        </p:txBody>
      </p:sp>
      <p:sp>
        <p:nvSpPr>
          <p:cNvPr id="4" name="object 4"/>
          <p:cNvSpPr/>
          <p:nvPr/>
        </p:nvSpPr>
        <p:spPr>
          <a:xfrm>
            <a:off x="977740" y="3315742"/>
            <a:ext cx="508634" cy="544195"/>
          </a:xfrm>
          <a:custGeom>
            <a:avLst/>
            <a:gdLst/>
            <a:ahLst/>
            <a:cxnLst/>
            <a:rect l="l" t="t" r="r" b="b"/>
            <a:pathLst>
              <a:path w="508634" h="544195">
                <a:moveTo>
                  <a:pt x="254078" y="0"/>
                </a:moveTo>
                <a:lnTo>
                  <a:pt x="208407" y="4380"/>
                </a:lnTo>
                <a:lnTo>
                  <a:pt x="165422" y="17010"/>
                </a:lnTo>
                <a:lnTo>
                  <a:pt x="125840" y="37122"/>
                </a:lnTo>
                <a:lnTo>
                  <a:pt x="90379" y="63947"/>
                </a:lnTo>
                <a:lnTo>
                  <a:pt x="59756" y="96719"/>
                </a:lnTo>
                <a:lnTo>
                  <a:pt x="34689" y="134667"/>
                </a:lnTo>
                <a:lnTo>
                  <a:pt x="15895" y="177026"/>
                </a:lnTo>
                <a:lnTo>
                  <a:pt x="4093" y="223027"/>
                </a:lnTo>
                <a:lnTo>
                  <a:pt x="0" y="271901"/>
                </a:lnTo>
                <a:lnTo>
                  <a:pt x="4093" y="320776"/>
                </a:lnTo>
                <a:lnTo>
                  <a:pt x="15895" y="366777"/>
                </a:lnTo>
                <a:lnTo>
                  <a:pt x="34689" y="409136"/>
                </a:lnTo>
                <a:lnTo>
                  <a:pt x="59756" y="447085"/>
                </a:lnTo>
                <a:lnTo>
                  <a:pt x="90379" y="479856"/>
                </a:lnTo>
                <a:lnTo>
                  <a:pt x="125840" y="506681"/>
                </a:lnTo>
                <a:lnTo>
                  <a:pt x="165422" y="526793"/>
                </a:lnTo>
                <a:lnTo>
                  <a:pt x="208407" y="539424"/>
                </a:lnTo>
                <a:lnTo>
                  <a:pt x="254078" y="543804"/>
                </a:lnTo>
                <a:lnTo>
                  <a:pt x="299750" y="539424"/>
                </a:lnTo>
                <a:lnTo>
                  <a:pt x="342735" y="526793"/>
                </a:lnTo>
                <a:lnTo>
                  <a:pt x="382317" y="506681"/>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7"/>
                </a:lnTo>
                <a:lnTo>
                  <a:pt x="448401" y="96719"/>
                </a:lnTo>
                <a:lnTo>
                  <a:pt x="417778" y="63947"/>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5" name="object 5"/>
          <p:cNvSpPr txBox="1"/>
          <p:nvPr/>
        </p:nvSpPr>
        <p:spPr>
          <a:xfrm>
            <a:off x="1159110" y="3427835"/>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3</a:t>
            </a:r>
            <a:endParaRPr sz="1700">
              <a:latin typeface="Arial MT"/>
              <a:cs typeface="Arial MT"/>
            </a:endParaRPr>
          </a:p>
        </p:txBody>
      </p:sp>
      <p:sp>
        <p:nvSpPr>
          <p:cNvPr id="6" name="object 6"/>
          <p:cNvSpPr/>
          <p:nvPr/>
        </p:nvSpPr>
        <p:spPr>
          <a:xfrm>
            <a:off x="977740" y="1982348"/>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7" name="object 7"/>
          <p:cNvSpPr txBox="1"/>
          <p:nvPr/>
        </p:nvSpPr>
        <p:spPr>
          <a:xfrm>
            <a:off x="1159110" y="2094442"/>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1</a:t>
            </a:r>
            <a:endParaRPr sz="1700">
              <a:latin typeface="Arial MT"/>
              <a:cs typeface="Arial MT"/>
            </a:endParaRPr>
          </a:p>
        </p:txBody>
      </p:sp>
      <p:sp>
        <p:nvSpPr>
          <p:cNvPr id="8" name="object 8"/>
          <p:cNvSpPr/>
          <p:nvPr/>
        </p:nvSpPr>
        <p:spPr>
          <a:xfrm>
            <a:off x="977740" y="398337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9" name="object 9"/>
          <p:cNvSpPr txBox="1"/>
          <p:nvPr/>
        </p:nvSpPr>
        <p:spPr>
          <a:xfrm>
            <a:off x="1159110" y="4095466"/>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4</a:t>
            </a:r>
            <a:endParaRPr sz="1700">
              <a:latin typeface="Arial MT"/>
              <a:cs typeface="Arial MT"/>
            </a:endParaRPr>
          </a:p>
        </p:txBody>
      </p:sp>
      <p:sp>
        <p:nvSpPr>
          <p:cNvPr id="10" name="object 10"/>
          <p:cNvSpPr/>
          <p:nvPr/>
        </p:nvSpPr>
        <p:spPr>
          <a:xfrm>
            <a:off x="977740" y="2648112"/>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1" name="object 11"/>
          <p:cNvSpPr txBox="1"/>
          <p:nvPr/>
        </p:nvSpPr>
        <p:spPr>
          <a:xfrm>
            <a:off x="1159110" y="2760205"/>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2</a:t>
            </a:r>
            <a:endParaRPr sz="1700">
              <a:latin typeface="Arial MT"/>
              <a:cs typeface="Arial MT"/>
            </a:endParaRPr>
          </a:p>
        </p:txBody>
      </p:sp>
      <p:sp>
        <p:nvSpPr>
          <p:cNvPr id="12" name="object 12"/>
          <p:cNvSpPr/>
          <p:nvPr/>
        </p:nvSpPr>
        <p:spPr>
          <a:xfrm>
            <a:off x="977740" y="531863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3" name="object 13"/>
          <p:cNvSpPr txBox="1"/>
          <p:nvPr/>
        </p:nvSpPr>
        <p:spPr>
          <a:xfrm>
            <a:off x="1159110" y="5430728"/>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6</a:t>
            </a:r>
            <a:endParaRPr sz="1700">
              <a:latin typeface="Arial MT"/>
              <a:cs typeface="Arial MT"/>
            </a:endParaRPr>
          </a:p>
        </p:txBody>
      </p:sp>
      <p:sp>
        <p:nvSpPr>
          <p:cNvPr id="14" name="object 14"/>
          <p:cNvSpPr/>
          <p:nvPr/>
        </p:nvSpPr>
        <p:spPr>
          <a:xfrm>
            <a:off x="977740" y="465100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5" name="object 15"/>
          <p:cNvSpPr txBox="1"/>
          <p:nvPr/>
        </p:nvSpPr>
        <p:spPr>
          <a:xfrm>
            <a:off x="1159110" y="4763097"/>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5</a:t>
            </a:r>
            <a:endParaRPr sz="1700">
              <a:latin typeface="Arial MT"/>
              <a:cs typeface="Arial MT"/>
            </a:endParaRPr>
          </a:p>
        </p:txBody>
      </p:sp>
      <p:sp>
        <p:nvSpPr>
          <p:cNvPr id="16" name="object 16"/>
          <p:cNvSpPr/>
          <p:nvPr/>
        </p:nvSpPr>
        <p:spPr>
          <a:xfrm>
            <a:off x="977740" y="709321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8"/>
                </a:lnTo>
                <a:lnTo>
                  <a:pt x="34689" y="409137"/>
                </a:lnTo>
                <a:lnTo>
                  <a:pt x="59756" y="447086"/>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6"/>
                </a:lnTo>
                <a:lnTo>
                  <a:pt x="473468" y="409137"/>
                </a:lnTo>
                <a:lnTo>
                  <a:pt x="492262" y="366778"/>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7" name="object 17"/>
          <p:cNvSpPr/>
          <p:nvPr/>
        </p:nvSpPr>
        <p:spPr>
          <a:xfrm>
            <a:off x="977740" y="776084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8" name="object 18"/>
          <p:cNvSpPr txBox="1"/>
          <p:nvPr/>
        </p:nvSpPr>
        <p:spPr>
          <a:xfrm>
            <a:off x="1159110" y="7205309"/>
            <a:ext cx="146050" cy="95250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8</a:t>
            </a:r>
            <a:endParaRPr sz="1700">
              <a:latin typeface="Arial MT"/>
              <a:cs typeface="Arial MT"/>
            </a:endParaRPr>
          </a:p>
          <a:p>
            <a:pPr>
              <a:lnSpc>
                <a:spcPct val="100000"/>
              </a:lnSpc>
              <a:spcBef>
                <a:spcPts val="1260"/>
              </a:spcBef>
            </a:pPr>
            <a:endParaRPr sz="1700">
              <a:latin typeface="Arial MT"/>
              <a:cs typeface="Arial MT"/>
            </a:endParaRPr>
          </a:p>
          <a:p>
            <a:pPr marL="12700">
              <a:lnSpc>
                <a:spcPct val="100000"/>
              </a:lnSpc>
            </a:pPr>
            <a:r>
              <a:rPr sz="1700" spc="-50" dirty="0">
                <a:solidFill>
                  <a:srgbClr val="191919"/>
                </a:solidFill>
                <a:latin typeface="Arial MT"/>
                <a:cs typeface="Arial MT"/>
              </a:rPr>
              <a:t>9</a:t>
            </a:r>
            <a:endParaRPr sz="1700">
              <a:latin typeface="Arial MT"/>
              <a:cs typeface="Arial MT"/>
            </a:endParaRPr>
          </a:p>
        </p:txBody>
      </p:sp>
      <p:pic>
        <p:nvPicPr>
          <p:cNvPr id="19" name="object 19"/>
          <p:cNvPicPr/>
          <p:nvPr/>
        </p:nvPicPr>
        <p:blipFill>
          <a:blip r:embed="rId1" cstate="print"/>
          <a:stretch>
            <a:fillRect/>
          </a:stretch>
        </p:blipFill>
        <p:spPr>
          <a:xfrm>
            <a:off x="16313419" y="910465"/>
            <a:ext cx="945879" cy="236469"/>
          </a:xfrm>
          <a:prstGeom prst="rect">
            <a:avLst/>
          </a:prstGeom>
        </p:spPr>
      </p:pic>
      <p:sp>
        <p:nvSpPr>
          <p:cNvPr id="20" name="object 20" descr="$PPTXTitle"/>
          <p:cNvSpPr txBox="1">
            <a:spLocks noGrp="1"/>
          </p:cNvSpPr>
          <p:nvPr>
            <p:ph type="title"/>
          </p:nvPr>
        </p:nvSpPr>
        <p:spPr>
          <a:prstGeom prst="rect">
            <a:avLst/>
          </a:prstGeom>
        </p:spPr>
        <p:txBody>
          <a:bodyPr vert="horz" wrap="square" lIns="0" tIns="65106" rIns="0" bIns="0" rtlCol="0">
            <a:spAutoFit/>
          </a:bodyPr>
          <a:lstStyle/>
          <a:p>
            <a:pPr marL="2171700">
              <a:lnSpc>
                <a:spcPct val="100000"/>
              </a:lnSpc>
              <a:spcBef>
                <a:spcPts val="100"/>
              </a:spcBef>
            </a:pPr>
            <a:r>
              <a:rPr spc="-20" dirty="0"/>
              <a:t>TECHNOLOGIES</a:t>
            </a:r>
            <a:r>
              <a:rPr spc="-225" dirty="0"/>
              <a:t> </a:t>
            </a:r>
            <a:r>
              <a:rPr spc="-20" dirty="0"/>
              <a:t>USED</a:t>
            </a:r>
            <a:endParaRPr spc="-20" dirty="0"/>
          </a:p>
        </p:txBody>
      </p:sp>
      <p:sp>
        <p:nvSpPr>
          <p:cNvPr id="21" name="object 21"/>
          <p:cNvSpPr txBox="1"/>
          <p:nvPr/>
        </p:nvSpPr>
        <p:spPr>
          <a:xfrm>
            <a:off x="2352040" y="1649730"/>
            <a:ext cx="12781280" cy="8197215"/>
          </a:xfrm>
          <a:prstGeom prst="rect">
            <a:avLst/>
          </a:prstGeom>
        </p:spPr>
        <p:txBody>
          <a:bodyPr vert="horz" wrap="square" lIns="0" tIns="12700" rIns="0" bIns="0" rtlCol="0">
            <a:noAutofit/>
          </a:bodyPr>
          <a:lstStyle/>
          <a:p>
            <a:pPr marL="400685" indent="-387985" algn="just">
              <a:lnSpc>
                <a:spcPct val="110000"/>
              </a:lnSpc>
              <a:spcBef>
                <a:spcPts val="100"/>
              </a:spcBef>
              <a:buChar char="-"/>
              <a:tabLst>
                <a:tab pos="400685" algn="l"/>
              </a:tabLst>
            </a:pPr>
            <a:r>
              <a:rPr sz="3200" b="1" spc="-10" dirty="0">
                <a:latin typeface="Times New Roman" panose="02020603050405020304" charset="0"/>
                <a:cs typeface="Times New Roman" panose="02020603050405020304" charset="0"/>
              </a:rPr>
              <a:t>Frontend:</a:t>
            </a:r>
            <a:endParaRPr sz="3200" b="1">
              <a:latin typeface="Times New Roman" panose="02020603050405020304" charset="0"/>
              <a:cs typeface="Times New Roman" panose="02020603050405020304" charset="0"/>
            </a:endParaRPr>
          </a:p>
          <a:p>
            <a:pPr marL="857885" algn="just">
              <a:lnSpc>
                <a:spcPct val="110000"/>
              </a:lnSpc>
            </a:pPr>
            <a:r>
              <a:rPr sz="3200" b="0" dirty="0">
                <a:latin typeface="Times New Roman" panose="02020603050405020304" charset="0"/>
                <a:cs typeface="Times New Roman" panose="02020603050405020304" charset="0"/>
              </a:rPr>
              <a:t>HTML,</a:t>
            </a:r>
            <a:r>
              <a:rPr sz="3200" b="0" spc="-50"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CSS,</a:t>
            </a:r>
            <a:r>
              <a:rPr sz="3200" b="0" spc="-45" dirty="0">
                <a:latin typeface="Times New Roman" panose="02020603050405020304" charset="0"/>
                <a:cs typeface="Times New Roman" panose="02020603050405020304" charset="0"/>
              </a:rPr>
              <a:t> </a:t>
            </a:r>
            <a:r>
              <a:rPr sz="3200" b="0" spc="-10" dirty="0">
                <a:latin typeface="Times New Roman" panose="02020603050405020304" charset="0"/>
                <a:cs typeface="Times New Roman" panose="02020603050405020304" charset="0"/>
              </a:rPr>
              <a:t>JavaScript</a:t>
            </a:r>
            <a:endParaRPr sz="3200" b="0">
              <a:latin typeface="Times New Roman" panose="02020603050405020304" charset="0"/>
              <a:cs typeface="Times New Roman" panose="02020603050405020304" charset="0"/>
            </a:endParaRPr>
          </a:p>
          <a:p>
            <a:pPr marL="400685" indent="-387985" algn="just">
              <a:lnSpc>
                <a:spcPct val="110000"/>
              </a:lnSpc>
              <a:buChar char="-"/>
              <a:tabLst>
                <a:tab pos="400685" algn="l"/>
              </a:tabLst>
            </a:pPr>
            <a:r>
              <a:rPr sz="3200" b="1" spc="-10" dirty="0">
                <a:latin typeface="Times New Roman" panose="02020603050405020304" charset="0"/>
                <a:cs typeface="Times New Roman" panose="02020603050405020304" charset="0"/>
              </a:rPr>
              <a:t>Backend:</a:t>
            </a:r>
            <a:endParaRPr sz="3200" b="1">
              <a:latin typeface="Times New Roman" panose="02020603050405020304" charset="0"/>
              <a:cs typeface="Times New Roman" panose="02020603050405020304" charset="0"/>
            </a:endParaRPr>
          </a:p>
          <a:p>
            <a:pPr marL="857885" algn="just">
              <a:lnSpc>
                <a:spcPct val="110000"/>
              </a:lnSpc>
            </a:pPr>
            <a:r>
              <a:rPr sz="3200" b="0" spc="-10" dirty="0">
                <a:latin typeface="Times New Roman" panose="02020603050405020304" charset="0"/>
                <a:cs typeface="Times New Roman" panose="02020603050405020304" charset="0"/>
              </a:rPr>
              <a:t>Java,SpringBoot</a:t>
            </a:r>
            <a:endParaRPr sz="3200" b="0">
              <a:latin typeface="Times New Roman" panose="02020603050405020304" charset="0"/>
              <a:cs typeface="Times New Roman" panose="02020603050405020304" charset="0"/>
            </a:endParaRPr>
          </a:p>
          <a:p>
            <a:pPr marL="400685" indent="-387985" algn="just">
              <a:lnSpc>
                <a:spcPct val="110000"/>
              </a:lnSpc>
              <a:buChar char="-"/>
              <a:tabLst>
                <a:tab pos="400685" algn="l"/>
              </a:tabLst>
            </a:pPr>
            <a:r>
              <a:rPr sz="3200" b="1" spc="-10" dirty="0">
                <a:latin typeface="Times New Roman" panose="02020603050405020304" charset="0"/>
                <a:cs typeface="Times New Roman" panose="02020603050405020304" charset="0"/>
              </a:rPr>
              <a:t>Database:</a:t>
            </a:r>
            <a:endParaRPr sz="3200" b="0">
              <a:latin typeface="Times New Roman" panose="02020603050405020304" charset="0"/>
              <a:cs typeface="Times New Roman" panose="02020603050405020304" charset="0"/>
            </a:endParaRPr>
          </a:p>
          <a:p>
            <a:pPr marL="857885" algn="just">
              <a:lnSpc>
                <a:spcPct val="110000"/>
              </a:lnSpc>
            </a:pPr>
            <a:r>
              <a:rPr sz="3200" b="0" spc="-10" dirty="0">
                <a:latin typeface="Times New Roman" panose="02020603050405020304" charset="0"/>
                <a:cs typeface="Times New Roman" panose="02020603050405020304" charset="0"/>
              </a:rPr>
              <a:t>MySQL</a:t>
            </a:r>
            <a:endParaRPr sz="3200" b="0">
              <a:latin typeface="Times New Roman" panose="02020603050405020304" charset="0"/>
              <a:cs typeface="Times New Roman" panose="02020603050405020304" charset="0"/>
            </a:endParaRPr>
          </a:p>
          <a:p>
            <a:pPr marL="400685" indent="-387985" algn="just">
              <a:lnSpc>
                <a:spcPct val="110000"/>
              </a:lnSpc>
              <a:buChar char="-"/>
              <a:tabLst>
                <a:tab pos="400685" algn="l"/>
              </a:tabLst>
            </a:pPr>
            <a:r>
              <a:rPr sz="3200" b="1" spc="-10" dirty="0">
                <a:latin typeface="Times New Roman" panose="02020603050405020304" charset="0"/>
                <a:cs typeface="Times New Roman" panose="02020603050405020304" charset="0"/>
              </a:rPr>
              <a:t>Tools:</a:t>
            </a:r>
            <a:endParaRPr sz="3200" b="1">
              <a:latin typeface="Times New Roman" panose="02020603050405020304" charset="0"/>
              <a:cs typeface="Times New Roman" panose="02020603050405020304" charset="0"/>
            </a:endParaRPr>
          </a:p>
          <a:p>
            <a:pPr marL="857885" algn="just">
              <a:lnSpc>
                <a:spcPct val="110000"/>
              </a:lnSpc>
            </a:pPr>
            <a:r>
              <a:rPr sz="3200" b="0" dirty="0">
                <a:latin typeface="Times New Roman" panose="02020603050405020304" charset="0"/>
                <a:cs typeface="Times New Roman" panose="02020603050405020304" charset="0"/>
              </a:rPr>
              <a:t>Spring</a:t>
            </a:r>
            <a:r>
              <a:rPr sz="3200" b="0" spc="-40" dirty="0">
                <a:latin typeface="Times New Roman" panose="02020603050405020304" charset="0"/>
                <a:cs typeface="Times New Roman" panose="02020603050405020304" charset="0"/>
              </a:rPr>
              <a:t> </a:t>
            </a:r>
            <a:r>
              <a:rPr sz="3200" b="0" spc="-20" dirty="0">
                <a:latin typeface="Times New Roman" panose="02020603050405020304" charset="0"/>
                <a:cs typeface="Times New Roman" panose="02020603050405020304" charset="0"/>
              </a:rPr>
              <a:t>Boot</a:t>
            </a:r>
            <a:endParaRPr sz="3200" b="0">
              <a:latin typeface="Times New Roman" panose="02020603050405020304" charset="0"/>
              <a:cs typeface="Times New Roman" panose="02020603050405020304" charset="0"/>
            </a:endParaRPr>
          </a:p>
          <a:p>
            <a:pPr marL="400685" indent="-387985" algn="just">
              <a:lnSpc>
                <a:spcPct val="110000"/>
              </a:lnSpc>
              <a:buChar char="-"/>
              <a:tabLst>
                <a:tab pos="400685" algn="l"/>
              </a:tabLst>
            </a:pPr>
            <a:r>
              <a:rPr sz="3200" b="1" spc="-25" dirty="0">
                <a:latin typeface="Times New Roman" panose="02020603050405020304" charset="0"/>
                <a:cs typeface="Times New Roman" panose="02020603050405020304" charset="0"/>
              </a:rPr>
              <a:t>Hardware/Software</a:t>
            </a:r>
            <a:r>
              <a:rPr sz="3200" b="1" dirty="0">
                <a:latin typeface="Times New Roman" panose="02020603050405020304" charset="0"/>
                <a:cs typeface="Times New Roman" panose="02020603050405020304" charset="0"/>
              </a:rPr>
              <a:t> </a:t>
            </a:r>
            <a:r>
              <a:rPr sz="3200" b="1" spc="-10" dirty="0">
                <a:latin typeface="Times New Roman" panose="02020603050405020304" charset="0"/>
                <a:cs typeface="Times New Roman" panose="02020603050405020304" charset="0"/>
              </a:rPr>
              <a:t>Requirements:</a:t>
            </a:r>
            <a:endParaRPr sz="3200" b="1">
              <a:latin typeface="Times New Roman" panose="02020603050405020304" charset="0"/>
              <a:cs typeface="Times New Roman" panose="02020603050405020304" charset="0"/>
            </a:endParaRPr>
          </a:p>
          <a:p>
            <a:pPr marL="857885" algn="just">
              <a:lnSpc>
                <a:spcPct val="110000"/>
              </a:lnSpc>
            </a:pPr>
            <a:r>
              <a:rPr sz="3200" b="0" spc="-35" dirty="0">
                <a:latin typeface="Times New Roman" panose="02020603050405020304" charset="0"/>
                <a:cs typeface="Times New Roman" panose="02020603050405020304" charset="0"/>
              </a:rPr>
              <a:t>Browser,</a:t>
            </a:r>
            <a:r>
              <a:rPr sz="3200" b="0" spc="-100" dirty="0">
                <a:latin typeface="Times New Roman" panose="02020603050405020304" charset="0"/>
                <a:cs typeface="Times New Roman" panose="02020603050405020304" charset="0"/>
              </a:rPr>
              <a:t> </a:t>
            </a:r>
            <a:r>
              <a:rPr sz="3200" b="0" spc="-10" dirty="0">
                <a:latin typeface="Times New Roman" panose="02020603050405020304" charset="0"/>
                <a:cs typeface="Times New Roman" panose="02020603050405020304" charset="0"/>
              </a:rPr>
              <a:t>InternetConnection</a:t>
            </a:r>
            <a:endParaRPr sz="3200" b="0" spc="-10" dirty="0">
              <a:latin typeface="Times New Roman" panose="02020603050405020304" charset="0"/>
              <a:cs typeface="Times New Roman" panose="02020603050405020304" charset="0"/>
            </a:endParaRPr>
          </a:p>
          <a:p>
            <a:pPr marL="857885" algn="just">
              <a:lnSpc>
                <a:spcPct val="110000"/>
              </a:lnSpc>
            </a:pPr>
            <a:r>
              <a:rPr lang="en-US" altLang="en-US" sz="3200" b="0" spc="-10" dirty="0">
                <a:latin typeface="Times New Roman" panose="02020603050405020304" charset="0"/>
                <a:cs typeface="Times New Roman" panose="02020603050405020304" charset="0"/>
              </a:rPr>
              <a:t>Web Browser (Chrome, Edge, or Firefox)</a:t>
            </a:r>
            <a:endParaRPr lang="en-US" altLang="en-US" sz="3200" b="0" spc="-10" dirty="0">
              <a:latin typeface="Times New Roman" panose="02020603050405020304" charset="0"/>
              <a:cs typeface="Times New Roman" panose="02020603050405020304" charset="0"/>
            </a:endParaRPr>
          </a:p>
          <a:p>
            <a:pPr marL="857885" algn="just">
              <a:lnSpc>
                <a:spcPct val="110000"/>
              </a:lnSpc>
            </a:pPr>
            <a:r>
              <a:rPr lang="en-US" altLang="en-US" sz="3200" b="0" spc="-10" dirty="0">
                <a:latin typeface="Times New Roman" panose="02020603050405020304" charset="0"/>
                <a:cs typeface="Times New Roman" panose="02020603050405020304" charset="0"/>
              </a:rPr>
              <a:t>Node.js (for React setup)</a:t>
            </a:r>
            <a:endParaRPr lang="en-US" altLang="en-US" sz="3200" b="0" spc="-10" dirty="0">
              <a:latin typeface="Times New Roman" panose="02020603050405020304" charset="0"/>
              <a:cs typeface="Times New Roman" panose="02020603050405020304" charset="0"/>
            </a:endParaRPr>
          </a:p>
          <a:p>
            <a:pPr marL="857885" algn="just">
              <a:lnSpc>
                <a:spcPct val="110000"/>
              </a:lnSpc>
            </a:pPr>
            <a:r>
              <a:rPr lang="en-US" altLang="en-US" sz="3200" b="0" spc="-10" dirty="0">
                <a:latin typeface="Times New Roman" panose="02020603050405020304" charset="0"/>
                <a:cs typeface="Times New Roman" panose="02020603050405020304" charset="0"/>
              </a:rPr>
              <a:t>Java JDK (for backend development)</a:t>
            </a:r>
            <a:endParaRPr lang="en-US" altLang="en-US" sz="3200" b="0" spc="-10" dirty="0">
              <a:latin typeface="Times New Roman" panose="02020603050405020304" charset="0"/>
              <a:cs typeface="Times New Roman" panose="02020603050405020304" charset="0"/>
            </a:endParaRPr>
          </a:p>
          <a:p>
            <a:pPr marL="857885" algn="just">
              <a:lnSpc>
                <a:spcPct val="110000"/>
              </a:lnSpc>
            </a:pPr>
            <a:r>
              <a:rPr lang="en-US" altLang="en-US" sz="3200" b="0" spc="-10" dirty="0">
                <a:latin typeface="Times New Roman" panose="02020603050405020304" charset="0"/>
                <a:cs typeface="Times New Roman" panose="02020603050405020304" charset="0"/>
              </a:rPr>
              <a:t>MySQL Server</a:t>
            </a:r>
            <a:endParaRPr lang="en-US" altLang="en-US" sz="3200" b="0" spc="-10" dirty="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5587" y="6653893"/>
            <a:ext cx="992505" cy="992505"/>
          </a:xfrm>
          <a:custGeom>
            <a:avLst/>
            <a:gdLst/>
            <a:ahLst/>
            <a:cxnLst/>
            <a:rect l="l" t="t" r="r" b="b"/>
            <a:pathLst>
              <a:path w="992505" h="992504">
                <a:moveTo>
                  <a:pt x="496231" y="992463"/>
                </a:moveTo>
                <a:lnTo>
                  <a:pt x="448440" y="990191"/>
                </a:lnTo>
                <a:lnTo>
                  <a:pt x="401935" y="983515"/>
                </a:lnTo>
                <a:lnTo>
                  <a:pt x="356923" y="972642"/>
                </a:lnTo>
                <a:lnTo>
                  <a:pt x="313613" y="957781"/>
                </a:lnTo>
                <a:lnTo>
                  <a:pt x="272211" y="939139"/>
                </a:lnTo>
                <a:lnTo>
                  <a:pt x="232926" y="916924"/>
                </a:lnTo>
                <a:lnTo>
                  <a:pt x="195967" y="891344"/>
                </a:lnTo>
                <a:lnTo>
                  <a:pt x="161540" y="862607"/>
                </a:lnTo>
                <a:lnTo>
                  <a:pt x="129855" y="830922"/>
                </a:lnTo>
                <a:lnTo>
                  <a:pt x="101118" y="796495"/>
                </a:lnTo>
                <a:lnTo>
                  <a:pt x="75539" y="759536"/>
                </a:lnTo>
                <a:lnTo>
                  <a:pt x="53324" y="720252"/>
                </a:lnTo>
                <a:lnTo>
                  <a:pt x="34682" y="678850"/>
                </a:lnTo>
                <a:lnTo>
                  <a:pt x="19820" y="635539"/>
                </a:lnTo>
                <a:lnTo>
                  <a:pt x="8947" y="590527"/>
                </a:lnTo>
                <a:lnTo>
                  <a:pt x="2271" y="544022"/>
                </a:lnTo>
                <a:lnTo>
                  <a:pt x="0" y="496231"/>
                </a:lnTo>
                <a:lnTo>
                  <a:pt x="2271" y="448441"/>
                </a:lnTo>
                <a:lnTo>
                  <a:pt x="8947" y="401936"/>
                </a:lnTo>
                <a:lnTo>
                  <a:pt x="19820" y="356924"/>
                </a:lnTo>
                <a:lnTo>
                  <a:pt x="34682" y="313613"/>
                </a:lnTo>
                <a:lnTo>
                  <a:pt x="53324" y="272211"/>
                </a:lnTo>
                <a:lnTo>
                  <a:pt x="75539" y="232927"/>
                </a:lnTo>
                <a:lnTo>
                  <a:pt x="101118" y="195967"/>
                </a:lnTo>
                <a:lnTo>
                  <a:pt x="129855" y="161541"/>
                </a:lnTo>
                <a:lnTo>
                  <a:pt x="161540" y="129855"/>
                </a:lnTo>
                <a:lnTo>
                  <a:pt x="195967" y="101119"/>
                </a:lnTo>
                <a:lnTo>
                  <a:pt x="232926" y="75539"/>
                </a:lnTo>
                <a:lnTo>
                  <a:pt x="272211" y="53324"/>
                </a:lnTo>
                <a:lnTo>
                  <a:pt x="313613" y="34682"/>
                </a:lnTo>
                <a:lnTo>
                  <a:pt x="356923" y="19820"/>
                </a:lnTo>
                <a:lnTo>
                  <a:pt x="401935" y="8947"/>
                </a:lnTo>
                <a:lnTo>
                  <a:pt x="448440" y="2271"/>
                </a:lnTo>
                <a:lnTo>
                  <a:pt x="496231" y="0"/>
                </a:lnTo>
                <a:lnTo>
                  <a:pt x="544021" y="2271"/>
                </a:lnTo>
                <a:lnTo>
                  <a:pt x="590527" y="8947"/>
                </a:lnTo>
                <a:lnTo>
                  <a:pt x="635539" y="19820"/>
                </a:lnTo>
                <a:lnTo>
                  <a:pt x="678849" y="34682"/>
                </a:lnTo>
                <a:lnTo>
                  <a:pt x="720251" y="53324"/>
                </a:lnTo>
                <a:lnTo>
                  <a:pt x="759536" y="75539"/>
                </a:lnTo>
                <a:lnTo>
                  <a:pt x="796495" y="101119"/>
                </a:lnTo>
                <a:lnTo>
                  <a:pt x="830921" y="129855"/>
                </a:lnTo>
                <a:lnTo>
                  <a:pt x="862607" y="161541"/>
                </a:lnTo>
                <a:lnTo>
                  <a:pt x="891344" y="195967"/>
                </a:lnTo>
                <a:lnTo>
                  <a:pt x="916923" y="232927"/>
                </a:lnTo>
                <a:lnTo>
                  <a:pt x="939138" y="272211"/>
                </a:lnTo>
                <a:lnTo>
                  <a:pt x="957780" y="313613"/>
                </a:lnTo>
                <a:lnTo>
                  <a:pt x="972642" y="356924"/>
                </a:lnTo>
                <a:lnTo>
                  <a:pt x="983515" y="401936"/>
                </a:lnTo>
                <a:lnTo>
                  <a:pt x="990191" y="448441"/>
                </a:lnTo>
                <a:lnTo>
                  <a:pt x="992462" y="496231"/>
                </a:lnTo>
                <a:lnTo>
                  <a:pt x="990191" y="544022"/>
                </a:lnTo>
                <a:lnTo>
                  <a:pt x="983515" y="590527"/>
                </a:lnTo>
                <a:lnTo>
                  <a:pt x="972642" y="635539"/>
                </a:lnTo>
                <a:lnTo>
                  <a:pt x="957780" y="678850"/>
                </a:lnTo>
                <a:lnTo>
                  <a:pt x="939138" y="720252"/>
                </a:lnTo>
                <a:lnTo>
                  <a:pt x="916923" y="759536"/>
                </a:lnTo>
                <a:lnTo>
                  <a:pt x="891344" y="796495"/>
                </a:lnTo>
                <a:lnTo>
                  <a:pt x="862607" y="830922"/>
                </a:lnTo>
                <a:lnTo>
                  <a:pt x="830921" y="862607"/>
                </a:lnTo>
                <a:lnTo>
                  <a:pt x="796495" y="891344"/>
                </a:lnTo>
                <a:lnTo>
                  <a:pt x="759536" y="916924"/>
                </a:lnTo>
                <a:lnTo>
                  <a:pt x="720251" y="939139"/>
                </a:lnTo>
                <a:lnTo>
                  <a:pt x="678849" y="957781"/>
                </a:lnTo>
                <a:lnTo>
                  <a:pt x="635539" y="972642"/>
                </a:lnTo>
                <a:lnTo>
                  <a:pt x="590527" y="983515"/>
                </a:lnTo>
                <a:lnTo>
                  <a:pt x="544021" y="990191"/>
                </a:lnTo>
                <a:lnTo>
                  <a:pt x="496231" y="992463"/>
                </a:lnTo>
                <a:close/>
              </a:path>
            </a:pathLst>
          </a:custGeom>
          <a:solidFill>
            <a:srgbClr val="FC6220"/>
          </a:solidFill>
        </p:spPr>
        <p:txBody>
          <a:bodyPr wrap="square" lIns="0" tIns="0" rIns="0" bIns="0" rtlCol="0"/>
          <a:lstStyle/>
          <a:p/>
        </p:txBody>
      </p:sp>
      <p:sp>
        <p:nvSpPr>
          <p:cNvPr id="3" name="object 3"/>
          <p:cNvSpPr txBox="1"/>
          <p:nvPr/>
        </p:nvSpPr>
        <p:spPr>
          <a:xfrm>
            <a:off x="1123808" y="6883159"/>
            <a:ext cx="216535" cy="436880"/>
          </a:xfrm>
          <a:prstGeom prst="rect">
            <a:avLst/>
          </a:prstGeom>
        </p:spPr>
        <p:txBody>
          <a:bodyPr vert="horz" wrap="square" lIns="0" tIns="12700" rIns="0" bIns="0" rtlCol="0">
            <a:spAutoFit/>
          </a:bodyPr>
          <a:lstStyle/>
          <a:p>
            <a:pPr marL="12700">
              <a:lnSpc>
                <a:spcPct val="100000"/>
              </a:lnSpc>
              <a:spcBef>
                <a:spcPts val="100"/>
              </a:spcBef>
            </a:pPr>
            <a:r>
              <a:rPr sz="2700" spc="-50" dirty="0">
                <a:solidFill>
                  <a:srgbClr val="FFFDFD"/>
                </a:solidFill>
                <a:latin typeface="Arial MT"/>
                <a:cs typeface="Arial MT"/>
              </a:rPr>
              <a:t>8</a:t>
            </a:r>
            <a:endParaRPr sz="2700">
              <a:latin typeface="Arial MT"/>
              <a:cs typeface="Arial MT"/>
            </a:endParaRPr>
          </a:p>
        </p:txBody>
      </p:sp>
      <p:sp>
        <p:nvSpPr>
          <p:cNvPr id="4" name="object 4"/>
          <p:cNvSpPr/>
          <p:nvPr/>
        </p:nvSpPr>
        <p:spPr>
          <a:xfrm>
            <a:off x="977740" y="3315742"/>
            <a:ext cx="508634" cy="544195"/>
          </a:xfrm>
          <a:custGeom>
            <a:avLst/>
            <a:gdLst/>
            <a:ahLst/>
            <a:cxnLst/>
            <a:rect l="l" t="t" r="r" b="b"/>
            <a:pathLst>
              <a:path w="508634" h="544195">
                <a:moveTo>
                  <a:pt x="254078" y="0"/>
                </a:moveTo>
                <a:lnTo>
                  <a:pt x="208407" y="4380"/>
                </a:lnTo>
                <a:lnTo>
                  <a:pt x="165422" y="17010"/>
                </a:lnTo>
                <a:lnTo>
                  <a:pt x="125840" y="37122"/>
                </a:lnTo>
                <a:lnTo>
                  <a:pt x="90379" y="63947"/>
                </a:lnTo>
                <a:lnTo>
                  <a:pt x="59756" y="96719"/>
                </a:lnTo>
                <a:lnTo>
                  <a:pt x="34689" y="134667"/>
                </a:lnTo>
                <a:lnTo>
                  <a:pt x="15895" y="177026"/>
                </a:lnTo>
                <a:lnTo>
                  <a:pt x="4093" y="223027"/>
                </a:lnTo>
                <a:lnTo>
                  <a:pt x="0" y="271901"/>
                </a:lnTo>
                <a:lnTo>
                  <a:pt x="4093" y="320776"/>
                </a:lnTo>
                <a:lnTo>
                  <a:pt x="15895" y="366777"/>
                </a:lnTo>
                <a:lnTo>
                  <a:pt x="34689" y="409136"/>
                </a:lnTo>
                <a:lnTo>
                  <a:pt x="59756" y="447085"/>
                </a:lnTo>
                <a:lnTo>
                  <a:pt x="90379" y="479856"/>
                </a:lnTo>
                <a:lnTo>
                  <a:pt x="125840" y="506681"/>
                </a:lnTo>
                <a:lnTo>
                  <a:pt x="165422" y="526793"/>
                </a:lnTo>
                <a:lnTo>
                  <a:pt x="208407" y="539424"/>
                </a:lnTo>
                <a:lnTo>
                  <a:pt x="254078" y="543804"/>
                </a:lnTo>
                <a:lnTo>
                  <a:pt x="299750" y="539424"/>
                </a:lnTo>
                <a:lnTo>
                  <a:pt x="342735" y="526793"/>
                </a:lnTo>
                <a:lnTo>
                  <a:pt x="382317" y="506681"/>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7"/>
                </a:lnTo>
                <a:lnTo>
                  <a:pt x="448401" y="96719"/>
                </a:lnTo>
                <a:lnTo>
                  <a:pt x="417778" y="63947"/>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5" name="object 5"/>
          <p:cNvSpPr txBox="1"/>
          <p:nvPr/>
        </p:nvSpPr>
        <p:spPr>
          <a:xfrm>
            <a:off x="1159110" y="3427835"/>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3</a:t>
            </a:r>
            <a:endParaRPr sz="1700">
              <a:latin typeface="Arial MT"/>
              <a:cs typeface="Arial MT"/>
            </a:endParaRPr>
          </a:p>
        </p:txBody>
      </p:sp>
      <p:sp>
        <p:nvSpPr>
          <p:cNvPr id="6" name="object 6"/>
          <p:cNvSpPr/>
          <p:nvPr/>
        </p:nvSpPr>
        <p:spPr>
          <a:xfrm>
            <a:off x="977740" y="1982348"/>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7" name="object 7"/>
          <p:cNvSpPr txBox="1"/>
          <p:nvPr/>
        </p:nvSpPr>
        <p:spPr>
          <a:xfrm>
            <a:off x="1159110" y="2094442"/>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1</a:t>
            </a:r>
            <a:endParaRPr sz="1700">
              <a:latin typeface="Arial MT"/>
              <a:cs typeface="Arial MT"/>
            </a:endParaRPr>
          </a:p>
        </p:txBody>
      </p:sp>
      <p:sp>
        <p:nvSpPr>
          <p:cNvPr id="8" name="object 8"/>
          <p:cNvSpPr/>
          <p:nvPr/>
        </p:nvSpPr>
        <p:spPr>
          <a:xfrm>
            <a:off x="977740" y="398337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9" name="object 9"/>
          <p:cNvSpPr txBox="1"/>
          <p:nvPr/>
        </p:nvSpPr>
        <p:spPr>
          <a:xfrm>
            <a:off x="1159110" y="4095466"/>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4</a:t>
            </a:r>
            <a:endParaRPr sz="1700">
              <a:latin typeface="Arial MT"/>
              <a:cs typeface="Arial MT"/>
            </a:endParaRPr>
          </a:p>
        </p:txBody>
      </p:sp>
      <p:sp>
        <p:nvSpPr>
          <p:cNvPr id="10" name="object 10"/>
          <p:cNvSpPr/>
          <p:nvPr/>
        </p:nvSpPr>
        <p:spPr>
          <a:xfrm>
            <a:off x="977740" y="2648112"/>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1" name="object 11"/>
          <p:cNvSpPr txBox="1"/>
          <p:nvPr/>
        </p:nvSpPr>
        <p:spPr>
          <a:xfrm>
            <a:off x="1159110" y="2760205"/>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2</a:t>
            </a:r>
            <a:endParaRPr sz="1700">
              <a:latin typeface="Arial MT"/>
              <a:cs typeface="Arial MT"/>
            </a:endParaRPr>
          </a:p>
        </p:txBody>
      </p:sp>
      <p:sp>
        <p:nvSpPr>
          <p:cNvPr id="12" name="object 12"/>
          <p:cNvSpPr/>
          <p:nvPr/>
        </p:nvSpPr>
        <p:spPr>
          <a:xfrm>
            <a:off x="977740" y="531863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3" name="object 13"/>
          <p:cNvSpPr txBox="1"/>
          <p:nvPr/>
        </p:nvSpPr>
        <p:spPr>
          <a:xfrm>
            <a:off x="1159110" y="5430728"/>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6</a:t>
            </a:r>
            <a:endParaRPr sz="1700">
              <a:latin typeface="Arial MT"/>
              <a:cs typeface="Arial MT"/>
            </a:endParaRPr>
          </a:p>
        </p:txBody>
      </p:sp>
      <p:sp>
        <p:nvSpPr>
          <p:cNvPr id="14" name="object 14"/>
          <p:cNvSpPr/>
          <p:nvPr/>
        </p:nvSpPr>
        <p:spPr>
          <a:xfrm>
            <a:off x="977740" y="465100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5" name="object 15"/>
          <p:cNvSpPr txBox="1"/>
          <p:nvPr/>
        </p:nvSpPr>
        <p:spPr>
          <a:xfrm>
            <a:off x="1159110" y="4763097"/>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5</a:t>
            </a:r>
            <a:endParaRPr sz="1700">
              <a:latin typeface="Arial MT"/>
              <a:cs typeface="Arial MT"/>
            </a:endParaRPr>
          </a:p>
        </p:txBody>
      </p:sp>
      <p:sp>
        <p:nvSpPr>
          <p:cNvPr id="16" name="object 16"/>
          <p:cNvSpPr/>
          <p:nvPr/>
        </p:nvSpPr>
        <p:spPr>
          <a:xfrm>
            <a:off x="977740" y="5986264"/>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7" name="object 17"/>
          <p:cNvSpPr txBox="1"/>
          <p:nvPr/>
        </p:nvSpPr>
        <p:spPr>
          <a:xfrm>
            <a:off x="1159110" y="6098357"/>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7</a:t>
            </a:r>
            <a:endParaRPr sz="1700">
              <a:latin typeface="Arial MT"/>
              <a:cs typeface="Arial MT"/>
            </a:endParaRPr>
          </a:p>
        </p:txBody>
      </p:sp>
      <p:sp>
        <p:nvSpPr>
          <p:cNvPr id="18" name="object 18"/>
          <p:cNvSpPr/>
          <p:nvPr/>
        </p:nvSpPr>
        <p:spPr>
          <a:xfrm>
            <a:off x="977740" y="776084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9" name="object 19"/>
          <p:cNvSpPr txBox="1"/>
          <p:nvPr/>
        </p:nvSpPr>
        <p:spPr>
          <a:xfrm>
            <a:off x="1159110" y="7872940"/>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9</a:t>
            </a:r>
            <a:endParaRPr sz="1700">
              <a:latin typeface="Arial MT"/>
              <a:cs typeface="Arial MT"/>
            </a:endParaRPr>
          </a:p>
        </p:txBody>
      </p:sp>
      <p:pic>
        <p:nvPicPr>
          <p:cNvPr id="20" name="object 20"/>
          <p:cNvPicPr/>
          <p:nvPr/>
        </p:nvPicPr>
        <p:blipFill>
          <a:blip r:embed="rId1" cstate="print"/>
          <a:stretch>
            <a:fillRect/>
          </a:stretch>
        </p:blipFill>
        <p:spPr>
          <a:xfrm>
            <a:off x="16313419" y="1028700"/>
            <a:ext cx="945879" cy="236469"/>
          </a:xfrm>
          <a:prstGeom prst="rect">
            <a:avLst/>
          </a:prstGeom>
        </p:spPr>
      </p:pic>
      <p:sp>
        <p:nvSpPr>
          <p:cNvPr id="21" name="object 21"/>
          <p:cNvSpPr/>
          <p:nvPr/>
        </p:nvSpPr>
        <p:spPr>
          <a:xfrm>
            <a:off x="17170669" y="1996152"/>
            <a:ext cx="1117600" cy="6645275"/>
          </a:xfrm>
          <a:custGeom>
            <a:avLst/>
            <a:gdLst/>
            <a:ahLst/>
            <a:cxnLst/>
            <a:rect l="l" t="t" r="r" b="b"/>
            <a:pathLst>
              <a:path w="1117600" h="6645275">
                <a:moveTo>
                  <a:pt x="1117330" y="0"/>
                </a:moveTo>
                <a:lnTo>
                  <a:pt x="1082016" y="46933"/>
                </a:lnTo>
                <a:lnTo>
                  <a:pt x="1055326" y="83158"/>
                </a:lnTo>
                <a:lnTo>
                  <a:pt x="1028926" y="119608"/>
                </a:lnTo>
                <a:lnTo>
                  <a:pt x="1002818" y="156282"/>
                </a:lnTo>
                <a:lnTo>
                  <a:pt x="977003" y="193177"/>
                </a:lnTo>
                <a:lnTo>
                  <a:pt x="951484" y="230293"/>
                </a:lnTo>
                <a:lnTo>
                  <a:pt x="926261" y="267628"/>
                </a:lnTo>
                <a:lnTo>
                  <a:pt x="901337" y="305179"/>
                </a:lnTo>
                <a:lnTo>
                  <a:pt x="876713" y="342945"/>
                </a:lnTo>
                <a:lnTo>
                  <a:pt x="852392" y="380925"/>
                </a:lnTo>
                <a:lnTo>
                  <a:pt x="828373" y="419116"/>
                </a:lnTo>
                <a:lnTo>
                  <a:pt x="804661" y="457518"/>
                </a:lnTo>
                <a:lnTo>
                  <a:pt x="781255" y="496128"/>
                </a:lnTo>
                <a:lnTo>
                  <a:pt x="758158" y="534944"/>
                </a:lnTo>
                <a:lnTo>
                  <a:pt x="735372" y="573965"/>
                </a:lnTo>
                <a:lnTo>
                  <a:pt x="712898" y="613190"/>
                </a:lnTo>
                <a:lnTo>
                  <a:pt x="690738" y="652616"/>
                </a:lnTo>
                <a:lnTo>
                  <a:pt x="668893" y="692241"/>
                </a:lnTo>
                <a:lnTo>
                  <a:pt x="647366" y="732065"/>
                </a:lnTo>
                <a:lnTo>
                  <a:pt x="626158" y="772086"/>
                </a:lnTo>
                <a:lnTo>
                  <a:pt x="605271" y="812300"/>
                </a:lnTo>
                <a:lnTo>
                  <a:pt x="584705" y="852708"/>
                </a:lnTo>
                <a:lnTo>
                  <a:pt x="564465" y="893307"/>
                </a:lnTo>
                <a:lnTo>
                  <a:pt x="544549" y="934096"/>
                </a:lnTo>
                <a:lnTo>
                  <a:pt x="524962" y="975073"/>
                </a:lnTo>
                <a:lnTo>
                  <a:pt x="505704" y="1016235"/>
                </a:lnTo>
                <a:lnTo>
                  <a:pt x="486776" y="1057583"/>
                </a:lnTo>
                <a:lnTo>
                  <a:pt x="468181" y="1099112"/>
                </a:lnTo>
                <a:lnTo>
                  <a:pt x="449921" y="1140823"/>
                </a:lnTo>
                <a:lnTo>
                  <a:pt x="431997" y="1182714"/>
                </a:lnTo>
                <a:lnTo>
                  <a:pt x="414410" y="1224782"/>
                </a:lnTo>
                <a:lnTo>
                  <a:pt x="397163" y="1267026"/>
                </a:lnTo>
                <a:lnTo>
                  <a:pt x="380257" y="1309444"/>
                </a:lnTo>
                <a:lnTo>
                  <a:pt x="363694" y="1352034"/>
                </a:lnTo>
                <a:lnTo>
                  <a:pt x="347475" y="1394796"/>
                </a:lnTo>
                <a:lnTo>
                  <a:pt x="331603" y="1437727"/>
                </a:lnTo>
                <a:lnTo>
                  <a:pt x="316079" y="1480825"/>
                </a:lnTo>
                <a:lnTo>
                  <a:pt x="300904" y="1524088"/>
                </a:lnTo>
                <a:lnTo>
                  <a:pt x="286081" y="1567516"/>
                </a:lnTo>
                <a:lnTo>
                  <a:pt x="271611" y="1611106"/>
                </a:lnTo>
                <a:lnTo>
                  <a:pt x="257495" y="1654857"/>
                </a:lnTo>
                <a:lnTo>
                  <a:pt x="243736" y="1698767"/>
                </a:lnTo>
                <a:lnTo>
                  <a:pt x="230336" y="1742833"/>
                </a:lnTo>
                <a:lnTo>
                  <a:pt x="217295" y="1787056"/>
                </a:lnTo>
                <a:lnTo>
                  <a:pt x="204616" y="1831432"/>
                </a:lnTo>
                <a:lnTo>
                  <a:pt x="192300" y="1875960"/>
                </a:lnTo>
                <a:lnTo>
                  <a:pt x="180349" y="1920639"/>
                </a:lnTo>
                <a:lnTo>
                  <a:pt x="168765" y="1965466"/>
                </a:lnTo>
                <a:lnTo>
                  <a:pt x="157549" y="2010440"/>
                </a:lnTo>
                <a:lnTo>
                  <a:pt x="146703" y="2055560"/>
                </a:lnTo>
                <a:lnTo>
                  <a:pt x="136230" y="2100823"/>
                </a:lnTo>
                <a:lnTo>
                  <a:pt x="126129" y="2146228"/>
                </a:lnTo>
                <a:lnTo>
                  <a:pt x="116404" y="2191773"/>
                </a:lnTo>
                <a:lnTo>
                  <a:pt x="107056" y="2237457"/>
                </a:lnTo>
                <a:lnTo>
                  <a:pt x="98087" y="2283277"/>
                </a:lnTo>
                <a:lnTo>
                  <a:pt x="89498" y="2329232"/>
                </a:lnTo>
                <a:lnTo>
                  <a:pt x="81290" y="2375321"/>
                </a:lnTo>
                <a:lnTo>
                  <a:pt x="73467" y="2421542"/>
                </a:lnTo>
                <a:lnTo>
                  <a:pt x="66029" y="2467892"/>
                </a:lnTo>
                <a:lnTo>
                  <a:pt x="58978" y="2514371"/>
                </a:lnTo>
                <a:lnTo>
                  <a:pt x="52316" y="2560976"/>
                </a:lnTo>
                <a:lnTo>
                  <a:pt x="46045" y="2607706"/>
                </a:lnTo>
                <a:lnTo>
                  <a:pt x="40166" y="2654559"/>
                </a:lnTo>
                <a:lnTo>
                  <a:pt x="34681" y="2701534"/>
                </a:lnTo>
                <a:lnTo>
                  <a:pt x="29591" y="2748628"/>
                </a:lnTo>
                <a:lnTo>
                  <a:pt x="24899" y="2795841"/>
                </a:lnTo>
                <a:lnTo>
                  <a:pt x="20606" y="2843169"/>
                </a:lnTo>
                <a:lnTo>
                  <a:pt x="16714" y="2890613"/>
                </a:lnTo>
                <a:lnTo>
                  <a:pt x="13224" y="2938169"/>
                </a:lnTo>
                <a:lnTo>
                  <a:pt x="10138" y="2985836"/>
                </a:lnTo>
                <a:lnTo>
                  <a:pt x="7459" y="3033613"/>
                </a:lnTo>
                <a:lnTo>
                  <a:pt x="5187" y="3081498"/>
                </a:lnTo>
                <a:lnTo>
                  <a:pt x="3324" y="3129489"/>
                </a:lnTo>
                <a:lnTo>
                  <a:pt x="1872" y="3177584"/>
                </a:lnTo>
                <a:lnTo>
                  <a:pt x="833" y="3225782"/>
                </a:lnTo>
                <a:lnTo>
                  <a:pt x="208" y="3274081"/>
                </a:lnTo>
                <a:lnTo>
                  <a:pt x="0" y="3322479"/>
                </a:lnTo>
                <a:lnTo>
                  <a:pt x="208" y="3370878"/>
                </a:lnTo>
                <a:lnTo>
                  <a:pt x="833" y="3419176"/>
                </a:lnTo>
                <a:lnTo>
                  <a:pt x="1872" y="3467374"/>
                </a:lnTo>
                <a:lnTo>
                  <a:pt x="3324" y="3515470"/>
                </a:lnTo>
                <a:lnTo>
                  <a:pt x="5187" y="3563461"/>
                </a:lnTo>
                <a:lnTo>
                  <a:pt x="7459" y="3611345"/>
                </a:lnTo>
                <a:lnTo>
                  <a:pt x="10138" y="3659122"/>
                </a:lnTo>
                <a:lnTo>
                  <a:pt x="13224" y="3706790"/>
                </a:lnTo>
                <a:lnTo>
                  <a:pt x="16714" y="3754346"/>
                </a:lnTo>
                <a:lnTo>
                  <a:pt x="20606" y="3801789"/>
                </a:lnTo>
                <a:lnTo>
                  <a:pt x="24899" y="3849118"/>
                </a:lnTo>
                <a:lnTo>
                  <a:pt x="29591" y="3896330"/>
                </a:lnTo>
                <a:lnTo>
                  <a:pt x="34681" y="3943425"/>
                </a:lnTo>
                <a:lnTo>
                  <a:pt x="40166" y="3990399"/>
                </a:lnTo>
                <a:lnTo>
                  <a:pt x="46045" y="4037253"/>
                </a:lnTo>
                <a:lnTo>
                  <a:pt x="52316" y="4083983"/>
                </a:lnTo>
                <a:lnTo>
                  <a:pt x="58978" y="4130588"/>
                </a:lnTo>
                <a:lnTo>
                  <a:pt x="66029" y="4177066"/>
                </a:lnTo>
                <a:lnTo>
                  <a:pt x="73467" y="4223417"/>
                </a:lnTo>
                <a:lnTo>
                  <a:pt x="81290" y="4269637"/>
                </a:lnTo>
                <a:lnTo>
                  <a:pt x="89498" y="4315726"/>
                </a:lnTo>
                <a:lnTo>
                  <a:pt x="98087" y="4361682"/>
                </a:lnTo>
                <a:lnTo>
                  <a:pt x="107056" y="4407502"/>
                </a:lnTo>
                <a:lnTo>
                  <a:pt x="116404" y="4453186"/>
                </a:lnTo>
                <a:lnTo>
                  <a:pt x="126129" y="4498731"/>
                </a:lnTo>
                <a:lnTo>
                  <a:pt x="136230" y="4544136"/>
                </a:lnTo>
                <a:lnTo>
                  <a:pt x="146703" y="4589399"/>
                </a:lnTo>
                <a:lnTo>
                  <a:pt x="157549" y="4634519"/>
                </a:lnTo>
                <a:lnTo>
                  <a:pt x="168765" y="4679493"/>
                </a:lnTo>
                <a:lnTo>
                  <a:pt x="180349" y="4724320"/>
                </a:lnTo>
                <a:lnTo>
                  <a:pt x="192300" y="4768999"/>
                </a:lnTo>
                <a:lnTo>
                  <a:pt x="204616" y="4813527"/>
                </a:lnTo>
                <a:lnTo>
                  <a:pt x="217295" y="4857903"/>
                </a:lnTo>
                <a:lnTo>
                  <a:pt x="230336" y="4902125"/>
                </a:lnTo>
                <a:lnTo>
                  <a:pt x="243736" y="4946192"/>
                </a:lnTo>
                <a:lnTo>
                  <a:pt x="257495" y="4990102"/>
                </a:lnTo>
                <a:lnTo>
                  <a:pt x="271611" y="5033852"/>
                </a:lnTo>
                <a:lnTo>
                  <a:pt x="286081" y="5077443"/>
                </a:lnTo>
                <a:lnTo>
                  <a:pt x="300904" y="5120870"/>
                </a:lnTo>
                <a:lnTo>
                  <a:pt x="316079" y="5164134"/>
                </a:lnTo>
                <a:lnTo>
                  <a:pt x="331603" y="5207232"/>
                </a:lnTo>
                <a:lnTo>
                  <a:pt x="347475" y="5250163"/>
                </a:lnTo>
                <a:lnTo>
                  <a:pt x="363694" y="5292924"/>
                </a:lnTo>
                <a:lnTo>
                  <a:pt x="380257" y="5335515"/>
                </a:lnTo>
                <a:lnTo>
                  <a:pt x="397163" y="5377933"/>
                </a:lnTo>
                <a:lnTo>
                  <a:pt x="414410" y="5420177"/>
                </a:lnTo>
                <a:lnTo>
                  <a:pt x="431997" y="5462245"/>
                </a:lnTo>
                <a:lnTo>
                  <a:pt x="449921" y="5504135"/>
                </a:lnTo>
                <a:lnTo>
                  <a:pt x="468181" y="5545846"/>
                </a:lnTo>
                <a:lnTo>
                  <a:pt x="486776" y="5587376"/>
                </a:lnTo>
                <a:lnTo>
                  <a:pt x="505704" y="5628723"/>
                </a:lnTo>
                <a:lnTo>
                  <a:pt x="524962" y="5669886"/>
                </a:lnTo>
                <a:lnTo>
                  <a:pt x="544549" y="5710863"/>
                </a:lnTo>
                <a:lnTo>
                  <a:pt x="564465" y="5751651"/>
                </a:lnTo>
                <a:lnTo>
                  <a:pt x="584705" y="5792250"/>
                </a:lnTo>
                <a:lnTo>
                  <a:pt x="605271" y="5832658"/>
                </a:lnTo>
                <a:lnTo>
                  <a:pt x="626158" y="5872873"/>
                </a:lnTo>
                <a:lnTo>
                  <a:pt x="647366" y="5912893"/>
                </a:lnTo>
                <a:lnTo>
                  <a:pt x="668893" y="5952717"/>
                </a:lnTo>
                <a:lnTo>
                  <a:pt x="690738" y="5992343"/>
                </a:lnTo>
                <a:lnTo>
                  <a:pt x="712898" y="6031769"/>
                </a:lnTo>
                <a:lnTo>
                  <a:pt x="735372" y="6070993"/>
                </a:lnTo>
                <a:lnTo>
                  <a:pt x="758158" y="6110015"/>
                </a:lnTo>
                <a:lnTo>
                  <a:pt x="781255" y="6148831"/>
                </a:lnTo>
                <a:lnTo>
                  <a:pt x="804661" y="6187441"/>
                </a:lnTo>
                <a:lnTo>
                  <a:pt x="828373" y="6225842"/>
                </a:lnTo>
                <a:lnTo>
                  <a:pt x="852392" y="6264034"/>
                </a:lnTo>
                <a:lnTo>
                  <a:pt x="876713" y="6302014"/>
                </a:lnTo>
                <a:lnTo>
                  <a:pt x="901337" y="6339780"/>
                </a:lnTo>
                <a:lnTo>
                  <a:pt x="926261" y="6377331"/>
                </a:lnTo>
                <a:lnTo>
                  <a:pt x="951484" y="6414666"/>
                </a:lnTo>
                <a:lnTo>
                  <a:pt x="977003" y="6451782"/>
                </a:lnTo>
                <a:lnTo>
                  <a:pt x="1002818" y="6488677"/>
                </a:lnTo>
                <a:lnTo>
                  <a:pt x="1028926" y="6525351"/>
                </a:lnTo>
                <a:lnTo>
                  <a:pt x="1055326" y="6561801"/>
                </a:lnTo>
                <a:lnTo>
                  <a:pt x="1082016" y="6598026"/>
                </a:lnTo>
                <a:lnTo>
                  <a:pt x="1108994" y="6634024"/>
                </a:lnTo>
                <a:lnTo>
                  <a:pt x="1117330" y="6644959"/>
                </a:lnTo>
              </a:path>
            </a:pathLst>
          </a:custGeom>
          <a:ln w="514349">
            <a:solidFill>
              <a:srgbClr val="FC6220"/>
            </a:solidFill>
          </a:ln>
        </p:spPr>
        <p:txBody>
          <a:bodyPr wrap="square" lIns="0" tIns="0" rIns="0" bIns="0" rtlCol="0"/>
          <a:lstStyle/>
          <a:p/>
        </p:txBody>
      </p:sp>
      <p:sp>
        <p:nvSpPr>
          <p:cNvPr id="22" name="object 22" descr="$PPTXTitle"/>
          <p:cNvSpPr txBox="1">
            <a:spLocks noGrp="1"/>
          </p:cNvSpPr>
          <p:nvPr>
            <p:ph type="title"/>
          </p:nvPr>
        </p:nvSpPr>
        <p:spPr>
          <a:prstGeom prst="rect">
            <a:avLst/>
          </a:prstGeom>
        </p:spPr>
        <p:txBody>
          <a:bodyPr vert="horz" wrap="square" lIns="0" tIns="65106" rIns="0" bIns="0" rtlCol="0">
            <a:spAutoFit/>
          </a:bodyPr>
          <a:lstStyle/>
          <a:p>
            <a:pPr marL="1985645">
              <a:lnSpc>
                <a:spcPct val="100000"/>
              </a:lnSpc>
              <a:spcBef>
                <a:spcPts val="100"/>
              </a:spcBef>
            </a:pPr>
            <a:r>
              <a:rPr dirty="0"/>
              <a:t>MODULE</a:t>
            </a:r>
            <a:r>
              <a:rPr spc="-30" dirty="0"/>
              <a:t> </a:t>
            </a:r>
            <a:r>
              <a:rPr spc="-10" dirty="0"/>
              <a:t>DESCRIPTION</a:t>
            </a:r>
            <a:endParaRPr spc="-10" dirty="0"/>
          </a:p>
        </p:txBody>
      </p:sp>
      <p:sp>
        <p:nvSpPr>
          <p:cNvPr id="23" name="object 23"/>
          <p:cNvSpPr txBox="1">
            <a:spLocks noGrp="1"/>
          </p:cNvSpPr>
          <p:nvPr>
            <p:ph type="body" idx="1"/>
          </p:nvPr>
        </p:nvSpPr>
        <p:spPr>
          <a:xfrm>
            <a:off x="2282825" y="2060575"/>
            <a:ext cx="13173075" cy="6693535"/>
          </a:xfrm>
          <a:prstGeom prst="rect">
            <a:avLst/>
          </a:prstGeom>
        </p:spPr>
        <p:txBody>
          <a:bodyPr vert="horz" wrap="square" lIns="0" tIns="76835" rIns="0" bIns="0" rtlCol="0">
            <a:noAutofit/>
          </a:bodyPr>
          <a:lstStyle/>
          <a:p>
            <a:pPr marL="469900" algn="just">
              <a:lnSpc>
                <a:spcPct val="110000"/>
              </a:lnSpc>
              <a:spcBef>
                <a:spcPts val="605"/>
              </a:spcBef>
            </a:pPr>
            <a:r>
              <a:rPr sz="3200" dirty="0">
                <a:latin typeface="Times New Roman" panose="02020603050405020304" charset="0"/>
                <a:cs typeface="Times New Roman" panose="02020603050405020304" charset="0"/>
              </a:rPr>
              <a:t>Module</a:t>
            </a:r>
            <a:r>
              <a:rPr sz="3200" spc="-80" dirty="0">
                <a:latin typeface="Times New Roman" panose="02020603050405020304" charset="0"/>
                <a:cs typeface="Times New Roman" panose="02020603050405020304" charset="0"/>
              </a:rPr>
              <a:t> </a:t>
            </a:r>
            <a:r>
              <a:rPr sz="3200" dirty="0">
                <a:latin typeface="Times New Roman" panose="02020603050405020304" charset="0"/>
                <a:cs typeface="Times New Roman" panose="02020603050405020304" charset="0"/>
              </a:rPr>
              <a:t>1:</a:t>
            </a:r>
            <a:r>
              <a:rPr sz="3200" spc="-80" dirty="0">
                <a:latin typeface="Times New Roman" panose="02020603050405020304" charset="0"/>
                <a:cs typeface="Times New Roman" panose="02020603050405020304" charset="0"/>
              </a:rPr>
              <a:t> </a:t>
            </a:r>
            <a:r>
              <a:rPr sz="3200" dirty="0">
                <a:latin typeface="Times New Roman" panose="02020603050405020304" charset="0"/>
                <a:cs typeface="Times New Roman" panose="02020603050405020304" charset="0"/>
              </a:rPr>
              <a:t>Event</a:t>
            </a:r>
            <a:r>
              <a:rPr sz="3200" spc="-80" dirty="0">
                <a:latin typeface="Times New Roman" panose="02020603050405020304" charset="0"/>
                <a:cs typeface="Times New Roman" panose="02020603050405020304" charset="0"/>
              </a:rPr>
              <a:t> </a:t>
            </a:r>
            <a:r>
              <a:rPr sz="3200" spc="-10" dirty="0">
                <a:latin typeface="Times New Roman" panose="02020603050405020304" charset="0"/>
                <a:cs typeface="Times New Roman" panose="02020603050405020304" charset="0"/>
              </a:rPr>
              <a:t>Details</a:t>
            </a:r>
            <a:endParaRPr sz="3200" spc="-10" dirty="0">
              <a:latin typeface="Times New Roman" panose="02020603050405020304" charset="0"/>
              <a:cs typeface="Times New Roman" panose="02020603050405020304" charset="0"/>
            </a:endParaRPr>
          </a:p>
          <a:p>
            <a:pPr marL="568325" algn="just">
              <a:lnSpc>
                <a:spcPct val="110000"/>
              </a:lnSpc>
              <a:spcBef>
                <a:spcPts val="500"/>
              </a:spcBef>
            </a:pPr>
            <a:r>
              <a:rPr sz="3200" b="0" dirty="0">
                <a:latin typeface="Times New Roman" panose="02020603050405020304" charset="0"/>
                <a:cs typeface="Times New Roman" panose="02020603050405020304" charset="0"/>
              </a:rPr>
              <a:t>Displays</a:t>
            </a:r>
            <a:r>
              <a:rPr sz="3200" b="0" spc="-90"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event</a:t>
            </a:r>
            <a:r>
              <a:rPr sz="3200" b="0" spc="-85" dirty="0">
                <a:latin typeface="Times New Roman" panose="02020603050405020304" charset="0"/>
                <a:cs typeface="Times New Roman" panose="02020603050405020304" charset="0"/>
              </a:rPr>
              <a:t> </a:t>
            </a:r>
            <a:r>
              <a:rPr sz="3200" b="0" spc="-10" dirty="0">
                <a:latin typeface="Times New Roman" panose="02020603050405020304" charset="0"/>
                <a:cs typeface="Times New Roman" panose="02020603050405020304" charset="0"/>
              </a:rPr>
              <a:t>information</a:t>
            </a:r>
            <a:r>
              <a:rPr sz="3200" b="0" spc="-85"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like</a:t>
            </a:r>
            <a:r>
              <a:rPr sz="3200" b="0" spc="-85"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name,</a:t>
            </a:r>
            <a:r>
              <a:rPr sz="3200" b="0" spc="-90"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date,</a:t>
            </a:r>
            <a:r>
              <a:rPr sz="3200" b="0" spc="-85"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and</a:t>
            </a:r>
            <a:r>
              <a:rPr sz="3200" b="0" spc="-85" dirty="0">
                <a:latin typeface="Times New Roman" panose="02020603050405020304" charset="0"/>
                <a:cs typeface="Times New Roman" panose="02020603050405020304" charset="0"/>
              </a:rPr>
              <a:t> </a:t>
            </a:r>
            <a:r>
              <a:rPr sz="3200" b="0" spc="-10" dirty="0">
                <a:latin typeface="Times New Roman" panose="02020603050405020304" charset="0"/>
                <a:cs typeface="Times New Roman" panose="02020603050405020304" charset="0"/>
              </a:rPr>
              <a:t>description.</a:t>
            </a:r>
            <a:endParaRPr sz="3200" b="0" spc="-10" dirty="0">
              <a:latin typeface="Times New Roman" panose="02020603050405020304" charset="0"/>
              <a:cs typeface="Times New Roman" panose="02020603050405020304" charset="0"/>
            </a:endParaRPr>
          </a:p>
          <a:p>
            <a:pPr marL="469900" algn="just">
              <a:lnSpc>
                <a:spcPct val="110000"/>
              </a:lnSpc>
              <a:spcBef>
                <a:spcPts val="1705"/>
              </a:spcBef>
            </a:pPr>
            <a:r>
              <a:rPr sz="3200" dirty="0">
                <a:latin typeface="Times New Roman" panose="02020603050405020304" charset="0"/>
                <a:cs typeface="Times New Roman" panose="02020603050405020304" charset="0"/>
              </a:rPr>
              <a:t>Module</a:t>
            </a:r>
            <a:r>
              <a:rPr sz="3200" spc="-85" dirty="0">
                <a:latin typeface="Times New Roman" panose="02020603050405020304" charset="0"/>
                <a:cs typeface="Times New Roman" panose="02020603050405020304" charset="0"/>
              </a:rPr>
              <a:t> </a:t>
            </a:r>
            <a:r>
              <a:rPr sz="3200" dirty="0">
                <a:latin typeface="Times New Roman" panose="02020603050405020304" charset="0"/>
                <a:cs typeface="Times New Roman" panose="02020603050405020304" charset="0"/>
              </a:rPr>
              <a:t>2:</a:t>
            </a:r>
            <a:r>
              <a:rPr sz="3200" spc="-85" dirty="0">
                <a:latin typeface="Times New Roman" panose="02020603050405020304" charset="0"/>
                <a:cs typeface="Times New Roman" panose="02020603050405020304" charset="0"/>
              </a:rPr>
              <a:t> </a:t>
            </a:r>
            <a:r>
              <a:rPr sz="3200" dirty="0">
                <a:latin typeface="Times New Roman" panose="02020603050405020304" charset="0"/>
                <a:cs typeface="Times New Roman" panose="02020603050405020304" charset="0"/>
              </a:rPr>
              <a:t>User</a:t>
            </a:r>
            <a:r>
              <a:rPr sz="3200" spc="-180" dirty="0">
                <a:latin typeface="Times New Roman" panose="02020603050405020304" charset="0"/>
                <a:cs typeface="Times New Roman" panose="02020603050405020304" charset="0"/>
              </a:rPr>
              <a:t> </a:t>
            </a:r>
            <a:r>
              <a:rPr sz="3200" spc="-10" dirty="0">
                <a:latin typeface="Times New Roman" panose="02020603050405020304" charset="0"/>
                <a:cs typeface="Times New Roman" panose="02020603050405020304" charset="0"/>
              </a:rPr>
              <a:t>Authentication</a:t>
            </a:r>
            <a:endParaRPr sz="3200" spc="-10" dirty="0">
              <a:latin typeface="Times New Roman" panose="02020603050405020304" charset="0"/>
              <a:cs typeface="Times New Roman" panose="02020603050405020304" charset="0"/>
            </a:endParaRPr>
          </a:p>
          <a:p>
            <a:pPr marL="568325" algn="just">
              <a:lnSpc>
                <a:spcPct val="110000"/>
              </a:lnSpc>
              <a:spcBef>
                <a:spcPts val="505"/>
              </a:spcBef>
            </a:pPr>
            <a:r>
              <a:rPr sz="3200" b="0" dirty="0">
                <a:latin typeface="Times New Roman" panose="02020603050405020304" charset="0"/>
                <a:cs typeface="Times New Roman" panose="02020603050405020304" charset="0"/>
              </a:rPr>
              <a:t>Handles</a:t>
            </a:r>
            <a:r>
              <a:rPr sz="3200" b="0" spc="-70"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user</a:t>
            </a:r>
            <a:r>
              <a:rPr sz="3200" b="0" spc="-70" dirty="0">
                <a:latin typeface="Times New Roman" panose="02020603050405020304" charset="0"/>
                <a:cs typeface="Times New Roman" panose="02020603050405020304" charset="0"/>
              </a:rPr>
              <a:t> </a:t>
            </a:r>
            <a:r>
              <a:rPr sz="3200" b="0" spc="-25" dirty="0">
                <a:latin typeface="Times New Roman" panose="02020603050405020304" charset="0"/>
                <a:cs typeface="Times New Roman" panose="02020603050405020304" charset="0"/>
              </a:rPr>
              <a:t>sign-</a:t>
            </a:r>
            <a:r>
              <a:rPr sz="3200" b="0" dirty="0">
                <a:latin typeface="Times New Roman" panose="02020603050405020304" charset="0"/>
                <a:cs typeface="Times New Roman" panose="02020603050405020304" charset="0"/>
              </a:rPr>
              <a:t>in</a:t>
            </a:r>
            <a:r>
              <a:rPr sz="3200" b="0" spc="-70"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through</a:t>
            </a:r>
            <a:r>
              <a:rPr sz="3200" b="0" spc="-70"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a</a:t>
            </a:r>
            <a:r>
              <a:rPr sz="3200" b="0" spc="-65"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modal</a:t>
            </a:r>
            <a:r>
              <a:rPr sz="3200" b="0" spc="-70" dirty="0">
                <a:latin typeface="Times New Roman" panose="02020603050405020304" charset="0"/>
                <a:cs typeface="Times New Roman" panose="02020603050405020304" charset="0"/>
              </a:rPr>
              <a:t> </a:t>
            </a:r>
            <a:r>
              <a:rPr sz="3200" b="0" spc="-10" dirty="0">
                <a:latin typeface="Times New Roman" panose="02020603050405020304" charset="0"/>
                <a:cs typeface="Times New Roman" panose="02020603050405020304" charset="0"/>
              </a:rPr>
              <a:t>interface.</a:t>
            </a:r>
            <a:endParaRPr sz="3200" b="0" spc="-10" dirty="0">
              <a:latin typeface="Times New Roman" panose="02020603050405020304" charset="0"/>
              <a:cs typeface="Times New Roman" panose="02020603050405020304" charset="0"/>
            </a:endParaRPr>
          </a:p>
          <a:p>
            <a:pPr marL="469900" algn="just">
              <a:lnSpc>
                <a:spcPct val="110000"/>
              </a:lnSpc>
              <a:spcBef>
                <a:spcPts val="1705"/>
              </a:spcBef>
            </a:pPr>
            <a:r>
              <a:rPr sz="3200" dirty="0">
                <a:latin typeface="Times New Roman" panose="02020603050405020304" charset="0"/>
                <a:cs typeface="Times New Roman" panose="02020603050405020304" charset="0"/>
              </a:rPr>
              <a:t>Module</a:t>
            </a:r>
            <a:r>
              <a:rPr sz="3200" spc="-105" dirty="0">
                <a:latin typeface="Times New Roman" panose="02020603050405020304" charset="0"/>
                <a:cs typeface="Times New Roman" panose="02020603050405020304" charset="0"/>
              </a:rPr>
              <a:t> </a:t>
            </a:r>
            <a:r>
              <a:rPr sz="3200" dirty="0">
                <a:latin typeface="Times New Roman" panose="02020603050405020304" charset="0"/>
                <a:cs typeface="Times New Roman" panose="02020603050405020304" charset="0"/>
              </a:rPr>
              <a:t>3:</a:t>
            </a:r>
            <a:r>
              <a:rPr sz="3200" spc="-100" dirty="0">
                <a:latin typeface="Times New Roman" panose="02020603050405020304" charset="0"/>
                <a:cs typeface="Times New Roman" panose="02020603050405020304" charset="0"/>
              </a:rPr>
              <a:t> </a:t>
            </a:r>
            <a:r>
              <a:rPr sz="3200" dirty="0">
                <a:latin typeface="Times New Roman" panose="02020603050405020304" charset="0"/>
                <a:cs typeface="Times New Roman" panose="02020603050405020304" charset="0"/>
              </a:rPr>
              <a:t>Booking</a:t>
            </a:r>
            <a:r>
              <a:rPr sz="3200" spc="-105" dirty="0">
                <a:latin typeface="Times New Roman" panose="02020603050405020304" charset="0"/>
                <a:cs typeface="Times New Roman" panose="02020603050405020304" charset="0"/>
              </a:rPr>
              <a:t> </a:t>
            </a:r>
            <a:r>
              <a:rPr sz="3200" spc="-20" dirty="0">
                <a:latin typeface="Times New Roman" panose="02020603050405020304" charset="0"/>
                <a:cs typeface="Times New Roman" panose="02020603050405020304" charset="0"/>
              </a:rPr>
              <a:t>Form</a:t>
            </a:r>
            <a:endParaRPr sz="3200" spc="-20" dirty="0">
              <a:latin typeface="Times New Roman" panose="02020603050405020304" charset="0"/>
              <a:cs typeface="Times New Roman" panose="02020603050405020304" charset="0"/>
            </a:endParaRPr>
          </a:p>
          <a:p>
            <a:pPr marL="568325" algn="just">
              <a:lnSpc>
                <a:spcPct val="110000"/>
              </a:lnSpc>
              <a:spcBef>
                <a:spcPts val="500"/>
              </a:spcBef>
            </a:pPr>
            <a:r>
              <a:rPr sz="3200" b="0" dirty="0">
                <a:latin typeface="Times New Roman" panose="02020603050405020304" charset="0"/>
                <a:cs typeface="Times New Roman" panose="02020603050405020304" charset="0"/>
              </a:rPr>
              <a:t>Collects</a:t>
            </a:r>
            <a:r>
              <a:rPr sz="3200" b="0" spc="-80"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user</a:t>
            </a:r>
            <a:r>
              <a:rPr sz="3200" b="0" spc="-75"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input</a:t>
            </a:r>
            <a:r>
              <a:rPr sz="3200" b="0" spc="-75"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such</a:t>
            </a:r>
            <a:r>
              <a:rPr sz="3200" b="0" spc="-80"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as</a:t>
            </a:r>
            <a:r>
              <a:rPr sz="3200" b="0" spc="-75"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name</a:t>
            </a:r>
            <a:r>
              <a:rPr sz="3200" b="0" spc="-75"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and</a:t>
            </a:r>
            <a:r>
              <a:rPr sz="3200" b="0" spc="-80"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ticket</a:t>
            </a:r>
            <a:r>
              <a:rPr sz="3200" b="0" spc="-75" dirty="0">
                <a:latin typeface="Times New Roman" panose="02020603050405020304" charset="0"/>
                <a:cs typeface="Times New Roman" panose="02020603050405020304" charset="0"/>
              </a:rPr>
              <a:t> </a:t>
            </a:r>
            <a:r>
              <a:rPr sz="3200" b="0" spc="-10" dirty="0">
                <a:latin typeface="Times New Roman" panose="02020603050405020304" charset="0"/>
                <a:cs typeface="Times New Roman" panose="02020603050405020304" charset="0"/>
              </a:rPr>
              <a:t>count.</a:t>
            </a:r>
            <a:endParaRPr sz="3200" b="0" spc="-10" dirty="0">
              <a:latin typeface="Times New Roman" panose="02020603050405020304" charset="0"/>
              <a:cs typeface="Times New Roman" panose="02020603050405020304" charset="0"/>
            </a:endParaRPr>
          </a:p>
          <a:p>
            <a:pPr marL="469900" algn="just">
              <a:lnSpc>
                <a:spcPct val="110000"/>
              </a:lnSpc>
              <a:spcBef>
                <a:spcPts val="1705"/>
              </a:spcBef>
            </a:pPr>
            <a:r>
              <a:rPr sz="3200" dirty="0">
                <a:latin typeface="Times New Roman" panose="02020603050405020304" charset="0"/>
                <a:cs typeface="Times New Roman" panose="02020603050405020304" charset="0"/>
              </a:rPr>
              <a:t>Module</a:t>
            </a:r>
            <a:r>
              <a:rPr sz="3200" spc="-105" dirty="0">
                <a:latin typeface="Times New Roman" panose="02020603050405020304" charset="0"/>
                <a:cs typeface="Times New Roman" panose="02020603050405020304" charset="0"/>
              </a:rPr>
              <a:t> </a:t>
            </a:r>
            <a:r>
              <a:rPr sz="3200" dirty="0">
                <a:latin typeface="Times New Roman" panose="02020603050405020304" charset="0"/>
                <a:cs typeface="Times New Roman" panose="02020603050405020304" charset="0"/>
              </a:rPr>
              <a:t>4:</a:t>
            </a:r>
            <a:r>
              <a:rPr sz="3200" spc="-100" dirty="0">
                <a:latin typeface="Times New Roman" panose="02020603050405020304" charset="0"/>
                <a:cs typeface="Times New Roman" panose="02020603050405020304" charset="0"/>
              </a:rPr>
              <a:t> </a:t>
            </a:r>
            <a:r>
              <a:rPr sz="3200" dirty="0">
                <a:latin typeface="Times New Roman" panose="02020603050405020304" charset="0"/>
                <a:cs typeface="Times New Roman" panose="02020603050405020304" charset="0"/>
              </a:rPr>
              <a:t>Booking</a:t>
            </a:r>
            <a:r>
              <a:rPr sz="3200" spc="-105" dirty="0">
                <a:latin typeface="Times New Roman" panose="02020603050405020304" charset="0"/>
                <a:cs typeface="Times New Roman" panose="02020603050405020304" charset="0"/>
              </a:rPr>
              <a:t> </a:t>
            </a:r>
            <a:r>
              <a:rPr sz="3200" spc="-10" dirty="0">
                <a:latin typeface="Times New Roman" panose="02020603050405020304" charset="0"/>
                <a:cs typeface="Times New Roman" panose="02020603050405020304" charset="0"/>
              </a:rPr>
              <a:t>Summary</a:t>
            </a:r>
            <a:endParaRPr sz="3200" spc="-10" dirty="0">
              <a:latin typeface="Times New Roman" panose="02020603050405020304" charset="0"/>
              <a:cs typeface="Times New Roman" panose="02020603050405020304" charset="0"/>
            </a:endParaRPr>
          </a:p>
          <a:p>
            <a:pPr marL="568325" algn="just">
              <a:lnSpc>
                <a:spcPct val="110000"/>
              </a:lnSpc>
              <a:spcBef>
                <a:spcPts val="505"/>
              </a:spcBef>
            </a:pPr>
            <a:r>
              <a:rPr sz="3200" b="0" dirty="0">
                <a:latin typeface="Times New Roman" panose="02020603050405020304" charset="0"/>
                <a:cs typeface="Times New Roman" panose="02020603050405020304" charset="0"/>
              </a:rPr>
              <a:t>Displays</a:t>
            </a:r>
            <a:r>
              <a:rPr sz="3200" b="0" spc="-95"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final</a:t>
            </a:r>
            <a:r>
              <a:rPr sz="3200" b="0" spc="-95"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booking</a:t>
            </a:r>
            <a:r>
              <a:rPr sz="3200" b="0" spc="-95"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details</a:t>
            </a:r>
            <a:r>
              <a:rPr sz="3200" b="0" spc="-95" dirty="0">
                <a:latin typeface="Times New Roman" panose="02020603050405020304" charset="0"/>
                <a:cs typeface="Times New Roman" panose="02020603050405020304" charset="0"/>
              </a:rPr>
              <a:t> </a:t>
            </a:r>
            <a:r>
              <a:rPr sz="3200" b="0" dirty="0">
                <a:latin typeface="Times New Roman" panose="02020603050405020304" charset="0"/>
                <a:cs typeface="Times New Roman" panose="02020603050405020304" charset="0"/>
              </a:rPr>
              <a:t>and</a:t>
            </a:r>
            <a:r>
              <a:rPr sz="3200" b="0" spc="-90" dirty="0">
                <a:latin typeface="Times New Roman" panose="02020603050405020304" charset="0"/>
                <a:cs typeface="Times New Roman" panose="02020603050405020304" charset="0"/>
              </a:rPr>
              <a:t> </a:t>
            </a:r>
            <a:r>
              <a:rPr sz="3200" b="0" spc="-10" dirty="0">
                <a:latin typeface="Times New Roman" panose="02020603050405020304" charset="0"/>
                <a:cs typeface="Times New Roman" panose="02020603050405020304" charset="0"/>
              </a:rPr>
              <a:t>confirmation.</a:t>
            </a:r>
            <a:endParaRPr sz="3200" b="0" spc="-10" dirty="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5587" y="6653893"/>
            <a:ext cx="992505" cy="992505"/>
          </a:xfrm>
          <a:custGeom>
            <a:avLst/>
            <a:gdLst/>
            <a:ahLst/>
            <a:cxnLst/>
            <a:rect l="l" t="t" r="r" b="b"/>
            <a:pathLst>
              <a:path w="992505" h="992504">
                <a:moveTo>
                  <a:pt x="496231" y="992463"/>
                </a:moveTo>
                <a:lnTo>
                  <a:pt x="448440" y="990191"/>
                </a:lnTo>
                <a:lnTo>
                  <a:pt x="401935" y="983515"/>
                </a:lnTo>
                <a:lnTo>
                  <a:pt x="356923" y="972642"/>
                </a:lnTo>
                <a:lnTo>
                  <a:pt x="313613" y="957781"/>
                </a:lnTo>
                <a:lnTo>
                  <a:pt x="272211" y="939139"/>
                </a:lnTo>
                <a:lnTo>
                  <a:pt x="232926" y="916924"/>
                </a:lnTo>
                <a:lnTo>
                  <a:pt x="195967" y="891344"/>
                </a:lnTo>
                <a:lnTo>
                  <a:pt x="161540" y="862607"/>
                </a:lnTo>
                <a:lnTo>
                  <a:pt x="129855" y="830922"/>
                </a:lnTo>
                <a:lnTo>
                  <a:pt x="101118" y="796495"/>
                </a:lnTo>
                <a:lnTo>
                  <a:pt x="75539" y="759536"/>
                </a:lnTo>
                <a:lnTo>
                  <a:pt x="53324" y="720252"/>
                </a:lnTo>
                <a:lnTo>
                  <a:pt x="34682" y="678850"/>
                </a:lnTo>
                <a:lnTo>
                  <a:pt x="19820" y="635539"/>
                </a:lnTo>
                <a:lnTo>
                  <a:pt x="8947" y="590527"/>
                </a:lnTo>
                <a:lnTo>
                  <a:pt x="2271" y="544022"/>
                </a:lnTo>
                <a:lnTo>
                  <a:pt x="0" y="496231"/>
                </a:lnTo>
                <a:lnTo>
                  <a:pt x="2271" y="448441"/>
                </a:lnTo>
                <a:lnTo>
                  <a:pt x="8947" y="401936"/>
                </a:lnTo>
                <a:lnTo>
                  <a:pt x="19820" y="356924"/>
                </a:lnTo>
                <a:lnTo>
                  <a:pt x="34682" y="313613"/>
                </a:lnTo>
                <a:lnTo>
                  <a:pt x="53324" y="272211"/>
                </a:lnTo>
                <a:lnTo>
                  <a:pt x="75539" y="232927"/>
                </a:lnTo>
                <a:lnTo>
                  <a:pt x="101118" y="195967"/>
                </a:lnTo>
                <a:lnTo>
                  <a:pt x="129855" y="161541"/>
                </a:lnTo>
                <a:lnTo>
                  <a:pt x="161540" y="129855"/>
                </a:lnTo>
                <a:lnTo>
                  <a:pt x="195967" y="101119"/>
                </a:lnTo>
                <a:lnTo>
                  <a:pt x="232926" y="75539"/>
                </a:lnTo>
                <a:lnTo>
                  <a:pt x="272211" y="53324"/>
                </a:lnTo>
                <a:lnTo>
                  <a:pt x="313613" y="34682"/>
                </a:lnTo>
                <a:lnTo>
                  <a:pt x="356923" y="19820"/>
                </a:lnTo>
                <a:lnTo>
                  <a:pt x="401935" y="8947"/>
                </a:lnTo>
                <a:lnTo>
                  <a:pt x="448440" y="2271"/>
                </a:lnTo>
                <a:lnTo>
                  <a:pt x="496231" y="0"/>
                </a:lnTo>
                <a:lnTo>
                  <a:pt x="544021" y="2271"/>
                </a:lnTo>
                <a:lnTo>
                  <a:pt x="590527" y="8947"/>
                </a:lnTo>
                <a:lnTo>
                  <a:pt x="635539" y="19820"/>
                </a:lnTo>
                <a:lnTo>
                  <a:pt x="678849" y="34682"/>
                </a:lnTo>
                <a:lnTo>
                  <a:pt x="720251" y="53324"/>
                </a:lnTo>
                <a:lnTo>
                  <a:pt x="759536" y="75539"/>
                </a:lnTo>
                <a:lnTo>
                  <a:pt x="796495" y="101119"/>
                </a:lnTo>
                <a:lnTo>
                  <a:pt x="830921" y="129855"/>
                </a:lnTo>
                <a:lnTo>
                  <a:pt x="862607" y="161541"/>
                </a:lnTo>
                <a:lnTo>
                  <a:pt x="891344" y="195967"/>
                </a:lnTo>
                <a:lnTo>
                  <a:pt x="916923" y="232927"/>
                </a:lnTo>
                <a:lnTo>
                  <a:pt x="939138" y="272211"/>
                </a:lnTo>
                <a:lnTo>
                  <a:pt x="957780" y="313613"/>
                </a:lnTo>
                <a:lnTo>
                  <a:pt x="972642" y="356924"/>
                </a:lnTo>
                <a:lnTo>
                  <a:pt x="983515" y="401936"/>
                </a:lnTo>
                <a:lnTo>
                  <a:pt x="990191" y="448441"/>
                </a:lnTo>
                <a:lnTo>
                  <a:pt x="992462" y="496231"/>
                </a:lnTo>
                <a:lnTo>
                  <a:pt x="990191" y="544022"/>
                </a:lnTo>
                <a:lnTo>
                  <a:pt x="983515" y="590527"/>
                </a:lnTo>
                <a:lnTo>
                  <a:pt x="972642" y="635539"/>
                </a:lnTo>
                <a:lnTo>
                  <a:pt x="957780" y="678850"/>
                </a:lnTo>
                <a:lnTo>
                  <a:pt x="939138" y="720252"/>
                </a:lnTo>
                <a:lnTo>
                  <a:pt x="916923" y="759536"/>
                </a:lnTo>
                <a:lnTo>
                  <a:pt x="891344" y="796495"/>
                </a:lnTo>
                <a:lnTo>
                  <a:pt x="862607" y="830922"/>
                </a:lnTo>
                <a:lnTo>
                  <a:pt x="830921" y="862607"/>
                </a:lnTo>
                <a:lnTo>
                  <a:pt x="796495" y="891344"/>
                </a:lnTo>
                <a:lnTo>
                  <a:pt x="759536" y="916924"/>
                </a:lnTo>
                <a:lnTo>
                  <a:pt x="720251" y="939139"/>
                </a:lnTo>
                <a:lnTo>
                  <a:pt x="678849" y="957781"/>
                </a:lnTo>
                <a:lnTo>
                  <a:pt x="635539" y="972642"/>
                </a:lnTo>
                <a:lnTo>
                  <a:pt x="590527" y="983515"/>
                </a:lnTo>
                <a:lnTo>
                  <a:pt x="544021" y="990191"/>
                </a:lnTo>
                <a:lnTo>
                  <a:pt x="496231" y="992463"/>
                </a:lnTo>
                <a:close/>
              </a:path>
            </a:pathLst>
          </a:custGeom>
          <a:solidFill>
            <a:srgbClr val="FC6220"/>
          </a:solidFill>
        </p:spPr>
        <p:txBody>
          <a:bodyPr wrap="square" lIns="0" tIns="0" rIns="0" bIns="0" rtlCol="0"/>
          <a:lstStyle/>
          <a:p/>
        </p:txBody>
      </p:sp>
      <p:sp>
        <p:nvSpPr>
          <p:cNvPr id="3" name="object 3"/>
          <p:cNvSpPr/>
          <p:nvPr/>
        </p:nvSpPr>
        <p:spPr>
          <a:xfrm>
            <a:off x="977740" y="3315742"/>
            <a:ext cx="508634" cy="544195"/>
          </a:xfrm>
          <a:custGeom>
            <a:avLst/>
            <a:gdLst/>
            <a:ahLst/>
            <a:cxnLst/>
            <a:rect l="l" t="t" r="r" b="b"/>
            <a:pathLst>
              <a:path w="508634" h="544195">
                <a:moveTo>
                  <a:pt x="254078" y="0"/>
                </a:moveTo>
                <a:lnTo>
                  <a:pt x="208407" y="4380"/>
                </a:lnTo>
                <a:lnTo>
                  <a:pt x="165422" y="17010"/>
                </a:lnTo>
                <a:lnTo>
                  <a:pt x="125840" y="37122"/>
                </a:lnTo>
                <a:lnTo>
                  <a:pt x="90379" y="63947"/>
                </a:lnTo>
                <a:lnTo>
                  <a:pt x="59756" y="96719"/>
                </a:lnTo>
                <a:lnTo>
                  <a:pt x="34689" y="134667"/>
                </a:lnTo>
                <a:lnTo>
                  <a:pt x="15895" y="177026"/>
                </a:lnTo>
                <a:lnTo>
                  <a:pt x="4093" y="223027"/>
                </a:lnTo>
                <a:lnTo>
                  <a:pt x="0" y="271901"/>
                </a:lnTo>
                <a:lnTo>
                  <a:pt x="4093" y="320776"/>
                </a:lnTo>
                <a:lnTo>
                  <a:pt x="15895" y="366777"/>
                </a:lnTo>
                <a:lnTo>
                  <a:pt x="34689" y="409136"/>
                </a:lnTo>
                <a:lnTo>
                  <a:pt x="59756" y="447085"/>
                </a:lnTo>
                <a:lnTo>
                  <a:pt x="90379" y="479856"/>
                </a:lnTo>
                <a:lnTo>
                  <a:pt x="125840" y="506681"/>
                </a:lnTo>
                <a:lnTo>
                  <a:pt x="165422" y="526793"/>
                </a:lnTo>
                <a:lnTo>
                  <a:pt x="208407" y="539424"/>
                </a:lnTo>
                <a:lnTo>
                  <a:pt x="254078" y="543804"/>
                </a:lnTo>
                <a:lnTo>
                  <a:pt x="299750" y="539424"/>
                </a:lnTo>
                <a:lnTo>
                  <a:pt x="342735" y="526793"/>
                </a:lnTo>
                <a:lnTo>
                  <a:pt x="382317" y="506681"/>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7"/>
                </a:lnTo>
                <a:lnTo>
                  <a:pt x="448401" y="96719"/>
                </a:lnTo>
                <a:lnTo>
                  <a:pt x="417778" y="63947"/>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4" name="object 4"/>
          <p:cNvSpPr txBox="1"/>
          <p:nvPr/>
        </p:nvSpPr>
        <p:spPr>
          <a:xfrm>
            <a:off x="1159110" y="3427835"/>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3</a:t>
            </a:r>
            <a:endParaRPr sz="1700">
              <a:latin typeface="Arial MT"/>
              <a:cs typeface="Arial MT"/>
            </a:endParaRPr>
          </a:p>
        </p:txBody>
      </p:sp>
      <p:sp>
        <p:nvSpPr>
          <p:cNvPr id="5" name="object 5"/>
          <p:cNvSpPr/>
          <p:nvPr/>
        </p:nvSpPr>
        <p:spPr>
          <a:xfrm>
            <a:off x="977740" y="1982348"/>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6" name="object 6"/>
          <p:cNvSpPr txBox="1"/>
          <p:nvPr/>
        </p:nvSpPr>
        <p:spPr>
          <a:xfrm>
            <a:off x="1159110" y="2094442"/>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1</a:t>
            </a:r>
            <a:endParaRPr sz="1700">
              <a:latin typeface="Arial MT"/>
              <a:cs typeface="Arial MT"/>
            </a:endParaRPr>
          </a:p>
        </p:txBody>
      </p:sp>
      <p:sp>
        <p:nvSpPr>
          <p:cNvPr id="7" name="object 7"/>
          <p:cNvSpPr/>
          <p:nvPr/>
        </p:nvSpPr>
        <p:spPr>
          <a:xfrm>
            <a:off x="977740" y="398337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8" name="object 8"/>
          <p:cNvSpPr txBox="1"/>
          <p:nvPr/>
        </p:nvSpPr>
        <p:spPr>
          <a:xfrm>
            <a:off x="1159110" y="4095466"/>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4</a:t>
            </a:r>
            <a:endParaRPr sz="1700">
              <a:latin typeface="Arial MT"/>
              <a:cs typeface="Arial MT"/>
            </a:endParaRPr>
          </a:p>
        </p:txBody>
      </p:sp>
      <p:sp>
        <p:nvSpPr>
          <p:cNvPr id="9" name="object 9"/>
          <p:cNvSpPr/>
          <p:nvPr/>
        </p:nvSpPr>
        <p:spPr>
          <a:xfrm>
            <a:off x="977740" y="2648112"/>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0" name="object 10"/>
          <p:cNvSpPr txBox="1"/>
          <p:nvPr/>
        </p:nvSpPr>
        <p:spPr>
          <a:xfrm>
            <a:off x="1159110" y="2760205"/>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2</a:t>
            </a:r>
            <a:endParaRPr sz="1700">
              <a:latin typeface="Arial MT"/>
              <a:cs typeface="Arial MT"/>
            </a:endParaRPr>
          </a:p>
        </p:txBody>
      </p:sp>
      <p:sp>
        <p:nvSpPr>
          <p:cNvPr id="11" name="object 11"/>
          <p:cNvSpPr/>
          <p:nvPr/>
        </p:nvSpPr>
        <p:spPr>
          <a:xfrm>
            <a:off x="977740" y="531863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2" name="object 12"/>
          <p:cNvSpPr/>
          <p:nvPr/>
        </p:nvSpPr>
        <p:spPr>
          <a:xfrm>
            <a:off x="977740" y="465100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3" name="object 13"/>
          <p:cNvSpPr/>
          <p:nvPr/>
        </p:nvSpPr>
        <p:spPr>
          <a:xfrm>
            <a:off x="977740" y="5986264"/>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4" name="object 14"/>
          <p:cNvSpPr/>
          <p:nvPr/>
        </p:nvSpPr>
        <p:spPr>
          <a:xfrm>
            <a:off x="977740" y="776084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5" name="object 15"/>
          <p:cNvSpPr txBox="1"/>
          <p:nvPr/>
        </p:nvSpPr>
        <p:spPr>
          <a:xfrm>
            <a:off x="1134361" y="4763097"/>
            <a:ext cx="194945" cy="3394710"/>
          </a:xfrm>
          <a:prstGeom prst="rect">
            <a:avLst/>
          </a:prstGeom>
        </p:spPr>
        <p:txBody>
          <a:bodyPr vert="horz" wrap="square" lIns="0" tIns="12700" rIns="0" bIns="0" rtlCol="0">
            <a:spAutoFit/>
          </a:bodyPr>
          <a:lstStyle/>
          <a:p>
            <a:pPr marL="36830">
              <a:lnSpc>
                <a:spcPct val="100000"/>
              </a:lnSpc>
              <a:spcBef>
                <a:spcPts val="100"/>
              </a:spcBef>
            </a:pPr>
            <a:r>
              <a:rPr sz="1700" spc="-50" dirty="0">
                <a:solidFill>
                  <a:srgbClr val="191919"/>
                </a:solidFill>
                <a:latin typeface="Arial MT"/>
                <a:cs typeface="Arial MT"/>
              </a:rPr>
              <a:t>5</a:t>
            </a:r>
            <a:endParaRPr sz="1700">
              <a:latin typeface="Arial MT"/>
              <a:cs typeface="Arial MT"/>
            </a:endParaRPr>
          </a:p>
          <a:p>
            <a:pPr>
              <a:lnSpc>
                <a:spcPct val="100000"/>
              </a:lnSpc>
              <a:spcBef>
                <a:spcPts val="1260"/>
              </a:spcBef>
            </a:pPr>
            <a:endParaRPr sz="1700">
              <a:latin typeface="Arial MT"/>
              <a:cs typeface="Arial MT"/>
            </a:endParaRPr>
          </a:p>
          <a:p>
            <a:pPr marL="36830">
              <a:lnSpc>
                <a:spcPct val="100000"/>
              </a:lnSpc>
            </a:pPr>
            <a:r>
              <a:rPr sz="1700" spc="-50" dirty="0">
                <a:solidFill>
                  <a:srgbClr val="191919"/>
                </a:solidFill>
                <a:latin typeface="Arial MT"/>
                <a:cs typeface="Arial MT"/>
              </a:rPr>
              <a:t>6</a:t>
            </a:r>
            <a:endParaRPr sz="1700">
              <a:latin typeface="Arial MT"/>
              <a:cs typeface="Arial MT"/>
            </a:endParaRPr>
          </a:p>
          <a:p>
            <a:pPr>
              <a:lnSpc>
                <a:spcPct val="100000"/>
              </a:lnSpc>
              <a:spcBef>
                <a:spcPts val="1260"/>
              </a:spcBef>
            </a:pPr>
            <a:endParaRPr sz="1700">
              <a:latin typeface="Arial MT"/>
              <a:cs typeface="Arial MT"/>
            </a:endParaRPr>
          </a:p>
          <a:p>
            <a:pPr marL="36830">
              <a:lnSpc>
                <a:spcPct val="100000"/>
              </a:lnSpc>
              <a:spcBef>
                <a:spcPts val="5"/>
              </a:spcBef>
            </a:pPr>
            <a:r>
              <a:rPr sz="1700" spc="-50" dirty="0">
                <a:solidFill>
                  <a:srgbClr val="191919"/>
                </a:solidFill>
                <a:latin typeface="Arial MT"/>
                <a:cs typeface="Arial MT"/>
              </a:rPr>
              <a:t>7</a:t>
            </a:r>
            <a:endParaRPr sz="1700">
              <a:latin typeface="Arial MT"/>
              <a:cs typeface="Arial MT"/>
            </a:endParaRPr>
          </a:p>
          <a:p>
            <a:pPr>
              <a:lnSpc>
                <a:spcPct val="100000"/>
              </a:lnSpc>
            </a:pPr>
            <a:endParaRPr sz="1700">
              <a:latin typeface="Arial MT"/>
              <a:cs typeface="Arial MT"/>
            </a:endParaRPr>
          </a:p>
          <a:p>
            <a:pPr>
              <a:lnSpc>
                <a:spcPct val="100000"/>
              </a:lnSpc>
              <a:spcBef>
                <a:spcPts val="420"/>
              </a:spcBef>
            </a:pPr>
            <a:endParaRPr sz="1700">
              <a:latin typeface="Arial MT"/>
              <a:cs typeface="Arial MT"/>
            </a:endParaRPr>
          </a:p>
          <a:p>
            <a:pPr marL="12700">
              <a:lnSpc>
                <a:spcPct val="100000"/>
              </a:lnSpc>
            </a:pPr>
            <a:r>
              <a:rPr sz="2400" b="1" spc="-50" dirty="0">
                <a:solidFill>
                  <a:srgbClr val="002060"/>
                </a:solidFill>
                <a:latin typeface="Arial" panose="020B0704020202020204"/>
                <a:cs typeface="Arial" panose="020B0704020202020204"/>
              </a:rPr>
              <a:t>8</a:t>
            </a:r>
            <a:endParaRPr sz="2400">
              <a:latin typeface="Arial" panose="020B0704020202020204"/>
              <a:cs typeface="Arial" panose="020B0704020202020204"/>
            </a:endParaRPr>
          </a:p>
          <a:p>
            <a:pPr>
              <a:lnSpc>
                <a:spcPct val="100000"/>
              </a:lnSpc>
              <a:spcBef>
                <a:spcPts val="1960"/>
              </a:spcBef>
            </a:pPr>
            <a:endParaRPr sz="2400">
              <a:latin typeface="Arial" panose="020B0704020202020204"/>
              <a:cs typeface="Arial" panose="020B0704020202020204"/>
            </a:endParaRPr>
          </a:p>
          <a:p>
            <a:pPr marL="36830">
              <a:lnSpc>
                <a:spcPct val="100000"/>
              </a:lnSpc>
            </a:pPr>
            <a:r>
              <a:rPr sz="1700" spc="-50" dirty="0">
                <a:solidFill>
                  <a:srgbClr val="191919"/>
                </a:solidFill>
                <a:latin typeface="Arial MT"/>
                <a:cs typeface="Arial MT"/>
              </a:rPr>
              <a:t>9</a:t>
            </a:r>
            <a:endParaRPr sz="1700">
              <a:latin typeface="Arial MT"/>
              <a:cs typeface="Arial MT"/>
            </a:endParaRPr>
          </a:p>
        </p:txBody>
      </p:sp>
      <p:pic>
        <p:nvPicPr>
          <p:cNvPr id="16" name="object 16"/>
          <p:cNvPicPr/>
          <p:nvPr/>
        </p:nvPicPr>
        <p:blipFill>
          <a:blip r:embed="rId1" cstate="print"/>
          <a:stretch>
            <a:fillRect/>
          </a:stretch>
        </p:blipFill>
        <p:spPr>
          <a:xfrm>
            <a:off x="16313419" y="1028700"/>
            <a:ext cx="945879" cy="236469"/>
          </a:xfrm>
          <a:prstGeom prst="rect">
            <a:avLst/>
          </a:prstGeom>
        </p:spPr>
      </p:pic>
      <p:sp>
        <p:nvSpPr>
          <p:cNvPr id="17" name="object 17"/>
          <p:cNvSpPr/>
          <p:nvPr/>
        </p:nvSpPr>
        <p:spPr>
          <a:xfrm>
            <a:off x="17170669" y="1996152"/>
            <a:ext cx="1117600" cy="6645275"/>
          </a:xfrm>
          <a:custGeom>
            <a:avLst/>
            <a:gdLst/>
            <a:ahLst/>
            <a:cxnLst/>
            <a:rect l="l" t="t" r="r" b="b"/>
            <a:pathLst>
              <a:path w="1117600" h="6645275">
                <a:moveTo>
                  <a:pt x="1117330" y="0"/>
                </a:moveTo>
                <a:lnTo>
                  <a:pt x="1082016" y="46933"/>
                </a:lnTo>
                <a:lnTo>
                  <a:pt x="1055326" y="83158"/>
                </a:lnTo>
                <a:lnTo>
                  <a:pt x="1028926" y="119608"/>
                </a:lnTo>
                <a:lnTo>
                  <a:pt x="1002818" y="156282"/>
                </a:lnTo>
                <a:lnTo>
                  <a:pt x="977003" y="193177"/>
                </a:lnTo>
                <a:lnTo>
                  <a:pt x="951484" y="230293"/>
                </a:lnTo>
                <a:lnTo>
                  <a:pt x="926261" y="267628"/>
                </a:lnTo>
                <a:lnTo>
                  <a:pt x="901337" y="305179"/>
                </a:lnTo>
                <a:lnTo>
                  <a:pt x="876713" y="342945"/>
                </a:lnTo>
                <a:lnTo>
                  <a:pt x="852392" y="380925"/>
                </a:lnTo>
                <a:lnTo>
                  <a:pt x="828373" y="419116"/>
                </a:lnTo>
                <a:lnTo>
                  <a:pt x="804661" y="457518"/>
                </a:lnTo>
                <a:lnTo>
                  <a:pt x="781255" y="496128"/>
                </a:lnTo>
                <a:lnTo>
                  <a:pt x="758158" y="534944"/>
                </a:lnTo>
                <a:lnTo>
                  <a:pt x="735372" y="573965"/>
                </a:lnTo>
                <a:lnTo>
                  <a:pt x="712898" y="613190"/>
                </a:lnTo>
                <a:lnTo>
                  <a:pt x="690738" y="652616"/>
                </a:lnTo>
                <a:lnTo>
                  <a:pt x="668893" y="692241"/>
                </a:lnTo>
                <a:lnTo>
                  <a:pt x="647366" y="732065"/>
                </a:lnTo>
                <a:lnTo>
                  <a:pt x="626158" y="772086"/>
                </a:lnTo>
                <a:lnTo>
                  <a:pt x="605271" y="812300"/>
                </a:lnTo>
                <a:lnTo>
                  <a:pt x="584705" y="852708"/>
                </a:lnTo>
                <a:lnTo>
                  <a:pt x="564465" y="893307"/>
                </a:lnTo>
                <a:lnTo>
                  <a:pt x="544549" y="934096"/>
                </a:lnTo>
                <a:lnTo>
                  <a:pt x="524962" y="975073"/>
                </a:lnTo>
                <a:lnTo>
                  <a:pt x="505704" y="1016235"/>
                </a:lnTo>
                <a:lnTo>
                  <a:pt x="486776" y="1057583"/>
                </a:lnTo>
                <a:lnTo>
                  <a:pt x="468181" y="1099112"/>
                </a:lnTo>
                <a:lnTo>
                  <a:pt x="449921" y="1140823"/>
                </a:lnTo>
                <a:lnTo>
                  <a:pt x="431997" y="1182714"/>
                </a:lnTo>
                <a:lnTo>
                  <a:pt x="414410" y="1224782"/>
                </a:lnTo>
                <a:lnTo>
                  <a:pt x="397163" y="1267026"/>
                </a:lnTo>
                <a:lnTo>
                  <a:pt x="380257" y="1309444"/>
                </a:lnTo>
                <a:lnTo>
                  <a:pt x="363694" y="1352034"/>
                </a:lnTo>
                <a:lnTo>
                  <a:pt x="347475" y="1394796"/>
                </a:lnTo>
                <a:lnTo>
                  <a:pt x="331603" y="1437727"/>
                </a:lnTo>
                <a:lnTo>
                  <a:pt x="316079" y="1480825"/>
                </a:lnTo>
                <a:lnTo>
                  <a:pt x="300904" y="1524088"/>
                </a:lnTo>
                <a:lnTo>
                  <a:pt x="286081" y="1567516"/>
                </a:lnTo>
                <a:lnTo>
                  <a:pt x="271611" y="1611106"/>
                </a:lnTo>
                <a:lnTo>
                  <a:pt x="257495" y="1654857"/>
                </a:lnTo>
                <a:lnTo>
                  <a:pt x="243736" y="1698767"/>
                </a:lnTo>
                <a:lnTo>
                  <a:pt x="230336" y="1742833"/>
                </a:lnTo>
                <a:lnTo>
                  <a:pt x="217295" y="1787056"/>
                </a:lnTo>
                <a:lnTo>
                  <a:pt x="204616" y="1831432"/>
                </a:lnTo>
                <a:lnTo>
                  <a:pt x="192300" y="1875960"/>
                </a:lnTo>
                <a:lnTo>
                  <a:pt x="180349" y="1920639"/>
                </a:lnTo>
                <a:lnTo>
                  <a:pt x="168765" y="1965466"/>
                </a:lnTo>
                <a:lnTo>
                  <a:pt x="157549" y="2010440"/>
                </a:lnTo>
                <a:lnTo>
                  <a:pt x="146703" y="2055560"/>
                </a:lnTo>
                <a:lnTo>
                  <a:pt x="136230" y="2100823"/>
                </a:lnTo>
                <a:lnTo>
                  <a:pt x="126129" y="2146228"/>
                </a:lnTo>
                <a:lnTo>
                  <a:pt x="116404" y="2191773"/>
                </a:lnTo>
                <a:lnTo>
                  <a:pt x="107056" y="2237457"/>
                </a:lnTo>
                <a:lnTo>
                  <a:pt x="98087" y="2283277"/>
                </a:lnTo>
                <a:lnTo>
                  <a:pt x="89498" y="2329232"/>
                </a:lnTo>
                <a:lnTo>
                  <a:pt x="81290" y="2375321"/>
                </a:lnTo>
                <a:lnTo>
                  <a:pt x="73467" y="2421542"/>
                </a:lnTo>
                <a:lnTo>
                  <a:pt x="66029" y="2467892"/>
                </a:lnTo>
                <a:lnTo>
                  <a:pt x="58978" y="2514371"/>
                </a:lnTo>
                <a:lnTo>
                  <a:pt x="52316" y="2560976"/>
                </a:lnTo>
                <a:lnTo>
                  <a:pt x="46045" y="2607706"/>
                </a:lnTo>
                <a:lnTo>
                  <a:pt x="40166" y="2654559"/>
                </a:lnTo>
                <a:lnTo>
                  <a:pt x="34681" y="2701534"/>
                </a:lnTo>
                <a:lnTo>
                  <a:pt x="29591" y="2748628"/>
                </a:lnTo>
                <a:lnTo>
                  <a:pt x="24899" y="2795841"/>
                </a:lnTo>
                <a:lnTo>
                  <a:pt x="20606" y="2843169"/>
                </a:lnTo>
                <a:lnTo>
                  <a:pt x="16714" y="2890613"/>
                </a:lnTo>
                <a:lnTo>
                  <a:pt x="13224" y="2938169"/>
                </a:lnTo>
                <a:lnTo>
                  <a:pt x="10138" y="2985836"/>
                </a:lnTo>
                <a:lnTo>
                  <a:pt x="7459" y="3033613"/>
                </a:lnTo>
                <a:lnTo>
                  <a:pt x="5187" y="3081498"/>
                </a:lnTo>
                <a:lnTo>
                  <a:pt x="3324" y="3129489"/>
                </a:lnTo>
                <a:lnTo>
                  <a:pt x="1872" y="3177584"/>
                </a:lnTo>
                <a:lnTo>
                  <a:pt x="833" y="3225782"/>
                </a:lnTo>
                <a:lnTo>
                  <a:pt x="208" y="3274081"/>
                </a:lnTo>
                <a:lnTo>
                  <a:pt x="0" y="3322479"/>
                </a:lnTo>
                <a:lnTo>
                  <a:pt x="208" y="3370878"/>
                </a:lnTo>
                <a:lnTo>
                  <a:pt x="833" y="3419176"/>
                </a:lnTo>
                <a:lnTo>
                  <a:pt x="1872" y="3467374"/>
                </a:lnTo>
                <a:lnTo>
                  <a:pt x="3324" y="3515470"/>
                </a:lnTo>
                <a:lnTo>
                  <a:pt x="5187" y="3563461"/>
                </a:lnTo>
                <a:lnTo>
                  <a:pt x="7459" y="3611345"/>
                </a:lnTo>
                <a:lnTo>
                  <a:pt x="10138" y="3659122"/>
                </a:lnTo>
                <a:lnTo>
                  <a:pt x="13224" y="3706790"/>
                </a:lnTo>
                <a:lnTo>
                  <a:pt x="16714" y="3754346"/>
                </a:lnTo>
                <a:lnTo>
                  <a:pt x="20606" y="3801789"/>
                </a:lnTo>
                <a:lnTo>
                  <a:pt x="24899" y="3849118"/>
                </a:lnTo>
                <a:lnTo>
                  <a:pt x="29591" y="3896330"/>
                </a:lnTo>
                <a:lnTo>
                  <a:pt x="34681" y="3943425"/>
                </a:lnTo>
                <a:lnTo>
                  <a:pt x="40166" y="3990399"/>
                </a:lnTo>
                <a:lnTo>
                  <a:pt x="46045" y="4037253"/>
                </a:lnTo>
                <a:lnTo>
                  <a:pt x="52316" y="4083983"/>
                </a:lnTo>
                <a:lnTo>
                  <a:pt x="58978" y="4130588"/>
                </a:lnTo>
                <a:lnTo>
                  <a:pt x="66029" y="4177066"/>
                </a:lnTo>
                <a:lnTo>
                  <a:pt x="73467" y="4223417"/>
                </a:lnTo>
                <a:lnTo>
                  <a:pt x="81290" y="4269637"/>
                </a:lnTo>
                <a:lnTo>
                  <a:pt x="89498" y="4315726"/>
                </a:lnTo>
                <a:lnTo>
                  <a:pt x="98087" y="4361682"/>
                </a:lnTo>
                <a:lnTo>
                  <a:pt x="107056" y="4407502"/>
                </a:lnTo>
                <a:lnTo>
                  <a:pt x="116404" y="4453186"/>
                </a:lnTo>
                <a:lnTo>
                  <a:pt x="126129" y="4498731"/>
                </a:lnTo>
                <a:lnTo>
                  <a:pt x="136230" y="4544136"/>
                </a:lnTo>
                <a:lnTo>
                  <a:pt x="146703" y="4589399"/>
                </a:lnTo>
                <a:lnTo>
                  <a:pt x="157549" y="4634519"/>
                </a:lnTo>
                <a:lnTo>
                  <a:pt x="168765" y="4679493"/>
                </a:lnTo>
                <a:lnTo>
                  <a:pt x="180349" y="4724320"/>
                </a:lnTo>
                <a:lnTo>
                  <a:pt x="192300" y="4768999"/>
                </a:lnTo>
                <a:lnTo>
                  <a:pt x="204616" y="4813527"/>
                </a:lnTo>
                <a:lnTo>
                  <a:pt x="217295" y="4857903"/>
                </a:lnTo>
                <a:lnTo>
                  <a:pt x="230336" y="4902125"/>
                </a:lnTo>
                <a:lnTo>
                  <a:pt x="243736" y="4946192"/>
                </a:lnTo>
                <a:lnTo>
                  <a:pt x="257495" y="4990102"/>
                </a:lnTo>
                <a:lnTo>
                  <a:pt x="271611" y="5033852"/>
                </a:lnTo>
                <a:lnTo>
                  <a:pt x="286081" y="5077443"/>
                </a:lnTo>
                <a:lnTo>
                  <a:pt x="300904" y="5120870"/>
                </a:lnTo>
                <a:lnTo>
                  <a:pt x="316079" y="5164134"/>
                </a:lnTo>
                <a:lnTo>
                  <a:pt x="331603" y="5207232"/>
                </a:lnTo>
                <a:lnTo>
                  <a:pt x="347475" y="5250163"/>
                </a:lnTo>
                <a:lnTo>
                  <a:pt x="363694" y="5292924"/>
                </a:lnTo>
                <a:lnTo>
                  <a:pt x="380257" y="5335515"/>
                </a:lnTo>
                <a:lnTo>
                  <a:pt x="397163" y="5377933"/>
                </a:lnTo>
                <a:lnTo>
                  <a:pt x="414410" y="5420177"/>
                </a:lnTo>
                <a:lnTo>
                  <a:pt x="431997" y="5462245"/>
                </a:lnTo>
                <a:lnTo>
                  <a:pt x="449921" y="5504135"/>
                </a:lnTo>
                <a:lnTo>
                  <a:pt x="468181" y="5545846"/>
                </a:lnTo>
                <a:lnTo>
                  <a:pt x="486776" y="5587376"/>
                </a:lnTo>
                <a:lnTo>
                  <a:pt x="505704" y="5628723"/>
                </a:lnTo>
                <a:lnTo>
                  <a:pt x="524962" y="5669886"/>
                </a:lnTo>
                <a:lnTo>
                  <a:pt x="544549" y="5710863"/>
                </a:lnTo>
                <a:lnTo>
                  <a:pt x="564465" y="5751651"/>
                </a:lnTo>
                <a:lnTo>
                  <a:pt x="584705" y="5792250"/>
                </a:lnTo>
                <a:lnTo>
                  <a:pt x="605271" y="5832658"/>
                </a:lnTo>
                <a:lnTo>
                  <a:pt x="626158" y="5872873"/>
                </a:lnTo>
                <a:lnTo>
                  <a:pt x="647366" y="5912893"/>
                </a:lnTo>
                <a:lnTo>
                  <a:pt x="668893" y="5952717"/>
                </a:lnTo>
                <a:lnTo>
                  <a:pt x="690738" y="5992343"/>
                </a:lnTo>
                <a:lnTo>
                  <a:pt x="712898" y="6031769"/>
                </a:lnTo>
                <a:lnTo>
                  <a:pt x="735372" y="6070993"/>
                </a:lnTo>
                <a:lnTo>
                  <a:pt x="758158" y="6110015"/>
                </a:lnTo>
                <a:lnTo>
                  <a:pt x="781255" y="6148831"/>
                </a:lnTo>
                <a:lnTo>
                  <a:pt x="804661" y="6187441"/>
                </a:lnTo>
                <a:lnTo>
                  <a:pt x="828373" y="6225842"/>
                </a:lnTo>
                <a:lnTo>
                  <a:pt x="852392" y="6264034"/>
                </a:lnTo>
                <a:lnTo>
                  <a:pt x="876713" y="6302014"/>
                </a:lnTo>
                <a:lnTo>
                  <a:pt x="901337" y="6339780"/>
                </a:lnTo>
                <a:lnTo>
                  <a:pt x="926261" y="6377331"/>
                </a:lnTo>
                <a:lnTo>
                  <a:pt x="951484" y="6414666"/>
                </a:lnTo>
                <a:lnTo>
                  <a:pt x="977003" y="6451782"/>
                </a:lnTo>
                <a:lnTo>
                  <a:pt x="1002818" y="6488677"/>
                </a:lnTo>
                <a:lnTo>
                  <a:pt x="1028926" y="6525351"/>
                </a:lnTo>
                <a:lnTo>
                  <a:pt x="1055326" y="6561801"/>
                </a:lnTo>
                <a:lnTo>
                  <a:pt x="1082016" y="6598026"/>
                </a:lnTo>
                <a:lnTo>
                  <a:pt x="1108994" y="6634024"/>
                </a:lnTo>
                <a:lnTo>
                  <a:pt x="1117330" y="6644959"/>
                </a:lnTo>
              </a:path>
            </a:pathLst>
          </a:custGeom>
          <a:ln w="514349">
            <a:solidFill>
              <a:srgbClr val="FC6220"/>
            </a:solidFill>
          </a:ln>
        </p:spPr>
        <p:txBody>
          <a:bodyPr wrap="square" lIns="0" tIns="0" rIns="0" bIns="0" rtlCol="0"/>
          <a:lstStyle/>
          <a:p/>
        </p:txBody>
      </p:sp>
      <p:sp>
        <p:nvSpPr>
          <p:cNvPr id="18" name="object 18" descr="$PPTXTitle"/>
          <p:cNvSpPr txBox="1">
            <a:spLocks noGrp="1"/>
          </p:cNvSpPr>
          <p:nvPr>
            <p:ph type="title"/>
          </p:nvPr>
        </p:nvSpPr>
        <p:spPr>
          <a:prstGeom prst="rect">
            <a:avLst/>
          </a:prstGeom>
        </p:spPr>
        <p:txBody>
          <a:bodyPr vert="horz" wrap="square" lIns="0" tIns="65106" rIns="0" bIns="0" rtlCol="0">
            <a:spAutoFit/>
          </a:bodyPr>
          <a:lstStyle/>
          <a:p>
            <a:pPr marL="353695">
              <a:lnSpc>
                <a:spcPct val="100000"/>
              </a:lnSpc>
              <a:spcBef>
                <a:spcPts val="100"/>
              </a:spcBef>
            </a:pPr>
            <a:r>
              <a:rPr spc="-40" dirty="0"/>
              <a:t>IMPLEMENTATION</a:t>
            </a:r>
            <a:r>
              <a:rPr spc="-229" dirty="0"/>
              <a:t> </a:t>
            </a:r>
            <a:r>
              <a:rPr spc="-10" dirty="0"/>
              <a:t>SCREENSHOTS</a:t>
            </a:r>
            <a:endParaRPr spc="-10" dirty="0"/>
          </a:p>
        </p:txBody>
      </p:sp>
      <p:sp>
        <p:nvSpPr>
          <p:cNvPr id="21" name="Text Box 20"/>
          <p:cNvSpPr txBox="1"/>
          <p:nvPr/>
        </p:nvSpPr>
        <p:spPr>
          <a:xfrm>
            <a:off x="2996565" y="3206115"/>
            <a:ext cx="9639300" cy="4554855"/>
          </a:xfrm>
          <a:prstGeom prst="rect">
            <a:avLst/>
          </a:prstGeom>
          <a:noFill/>
        </p:spPr>
        <p:txBody>
          <a:bodyPr wrap="square" rtlCol="0">
            <a:noAutofit/>
          </a:bodyPr>
          <a:p>
            <a:endParaRPr lang="en-US"/>
          </a:p>
        </p:txBody>
      </p:sp>
      <p:pic>
        <p:nvPicPr>
          <p:cNvPr id="19" name="Picture 18" descr="Screenshot 2026-05-01 at 11.11.10 AM"/>
          <p:cNvPicPr>
            <a:picLocks noChangeAspect="1"/>
          </p:cNvPicPr>
          <p:nvPr/>
        </p:nvPicPr>
        <p:blipFill>
          <a:blip r:embed="rId2"/>
          <a:stretch>
            <a:fillRect/>
          </a:stretch>
        </p:blipFill>
        <p:spPr>
          <a:xfrm>
            <a:off x="2362200" y="1943100"/>
            <a:ext cx="14015085" cy="70021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5587" y="6653893"/>
            <a:ext cx="992505" cy="992505"/>
          </a:xfrm>
          <a:custGeom>
            <a:avLst/>
            <a:gdLst/>
            <a:ahLst/>
            <a:cxnLst/>
            <a:rect l="l" t="t" r="r" b="b"/>
            <a:pathLst>
              <a:path w="992505" h="992504">
                <a:moveTo>
                  <a:pt x="496231" y="992463"/>
                </a:moveTo>
                <a:lnTo>
                  <a:pt x="448440" y="990191"/>
                </a:lnTo>
                <a:lnTo>
                  <a:pt x="401935" y="983515"/>
                </a:lnTo>
                <a:lnTo>
                  <a:pt x="356923" y="972642"/>
                </a:lnTo>
                <a:lnTo>
                  <a:pt x="313613" y="957781"/>
                </a:lnTo>
                <a:lnTo>
                  <a:pt x="272211" y="939139"/>
                </a:lnTo>
                <a:lnTo>
                  <a:pt x="232926" y="916924"/>
                </a:lnTo>
                <a:lnTo>
                  <a:pt x="195967" y="891344"/>
                </a:lnTo>
                <a:lnTo>
                  <a:pt x="161540" y="862607"/>
                </a:lnTo>
                <a:lnTo>
                  <a:pt x="129855" y="830922"/>
                </a:lnTo>
                <a:lnTo>
                  <a:pt x="101118" y="796495"/>
                </a:lnTo>
                <a:lnTo>
                  <a:pt x="75539" y="759536"/>
                </a:lnTo>
                <a:lnTo>
                  <a:pt x="53324" y="720252"/>
                </a:lnTo>
                <a:lnTo>
                  <a:pt x="34682" y="678850"/>
                </a:lnTo>
                <a:lnTo>
                  <a:pt x="19820" y="635539"/>
                </a:lnTo>
                <a:lnTo>
                  <a:pt x="8947" y="590527"/>
                </a:lnTo>
                <a:lnTo>
                  <a:pt x="2271" y="544022"/>
                </a:lnTo>
                <a:lnTo>
                  <a:pt x="0" y="496231"/>
                </a:lnTo>
                <a:lnTo>
                  <a:pt x="2271" y="448441"/>
                </a:lnTo>
                <a:lnTo>
                  <a:pt x="8947" y="401936"/>
                </a:lnTo>
                <a:lnTo>
                  <a:pt x="19820" y="356924"/>
                </a:lnTo>
                <a:lnTo>
                  <a:pt x="34682" y="313613"/>
                </a:lnTo>
                <a:lnTo>
                  <a:pt x="53324" y="272211"/>
                </a:lnTo>
                <a:lnTo>
                  <a:pt x="75539" y="232927"/>
                </a:lnTo>
                <a:lnTo>
                  <a:pt x="101118" y="195967"/>
                </a:lnTo>
                <a:lnTo>
                  <a:pt x="129855" y="161541"/>
                </a:lnTo>
                <a:lnTo>
                  <a:pt x="161540" y="129855"/>
                </a:lnTo>
                <a:lnTo>
                  <a:pt x="195967" y="101119"/>
                </a:lnTo>
                <a:lnTo>
                  <a:pt x="232926" y="75539"/>
                </a:lnTo>
                <a:lnTo>
                  <a:pt x="272211" y="53324"/>
                </a:lnTo>
                <a:lnTo>
                  <a:pt x="313613" y="34682"/>
                </a:lnTo>
                <a:lnTo>
                  <a:pt x="356923" y="19820"/>
                </a:lnTo>
                <a:lnTo>
                  <a:pt x="401935" y="8947"/>
                </a:lnTo>
                <a:lnTo>
                  <a:pt x="448440" y="2271"/>
                </a:lnTo>
                <a:lnTo>
                  <a:pt x="496231" y="0"/>
                </a:lnTo>
                <a:lnTo>
                  <a:pt x="544021" y="2271"/>
                </a:lnTo>
                <a:lnTo>
                  <a:pt x="590527" y="8947"/>
                </a:lnTo>
                <a:lnTo>
                  <a:pt x="635539" y="19820"/>
                </a:lnTo>
                <a:lnTo>
                  <a:pt x="678849" y="34682"/>
                </a:lnTo>
                <a:lnTo>
                  <a:pt x="720251" y="53324"/>
                </a:lnTo>
                <a:lnTo>
                  <a:pt x="759536" y="75539"/>
                </a:lnTo>
                <a:lnTo>
                  <a:pt x="796495" y="101119"/>
                </a:lnTo>
                <a:lnTo>
                  <a:pt x="830921" y="129855"/>
                </a:lnTo>
                <a:lnTo>
                  <a:pt x="862607" y="161541"/>
                </a:lnTo>
                <a:lnTo>
                  <a:pt x="891344" y="195967"/>
                </a:lnTo>
                <a:lnTo>
                  <a:pt x="916923" y="232927"/>
                </a:lnTo>
                <a:lnTo>
                  <a:pt x="939138" y="272211"/>
                </a:lnTo>
                <a:lnTo>
                  <a:pt x="957780" y="313613"/>
                </a:lnTo>
                <a:lnTo>
                  <a:pt x="972642" y="356924"/>
                </a:lnTo>
                <a:lnTo>
                  <a:pt x="983515" y="401936"/>
                </a:lnTo>
                <a:lnTo>
                  <a:pt x="990191" y="448441"/>
                </a:lnTo>
                <a:lnTo>
                  <a:pt x="992462" y="496231"/>
                </a:lnTo>
                <a:lnTo>
                  <a:pt x="990191" y="544022"/>
                </a:lnTo>
                <a:lnTo>
                  <a:pt x="983515" y="590527"/>
                </a:lnTo>
                <a:lnTo>
                  <a:pt x="972642" y="635539"/>
                </a:lnTo>
                <a:lnTo>
                  <a:pt x="957780" y="678850"/>
                </a:lnTo>
                <a:lnTo>
                  <a:pt x="939138" y="720252"/>
                </a:lnTo>
                <a:lnTo>
                  <a:pt x="916923" y="759536"/>
                </a:lnTo>
                <a:lnTo>
                  <a:pt x="891344" y="796495"/>
                </a:lnTo>
                <a:lnTo>
                  <a:pt x="862607" y="830922"/>
                </a:lnTo>
                <a:lnTo>
                  <a:pt x="830921" y="862607"/>
                </a:lnTo>
                <a:lnTo>
                  <a:pt x="796495" y="891344"/>
                </a:lnTo>
                <a:lnTo>
                  <a:pt x="759536" y="916924"/>
                </a:lnTo>
                <a:lnTo>
                  <a:pt x="720251" y="939139"/>
                </a:lnTo>
                <a:lnTo>
                  <a:pt x="678849" y="957781"/>
                </a:lnTo>
                <a:lnTo>
                  <a:pt x="635539" y="972642"/>
                </a:lnTo>
                <a:lnTo>
                  <a:pt x="590527" y="983515"/>
                </a:lnTo>
                <a:lnTo>
                  <a:pt x="544021" y="990191"/>
                </a:lnTo>
                <a:lnTo>
                  <a:pt x="496231" y="992463"/>
                </a:lnTo>
                <a:close/>
              </a:path>
            </a:pathLst>
          </a:custGeom>
          <a:solidFill>
            <a:srgbClr val="FC6220"/>
          </a:solidFill>
        </p:spPr>
        <p:txBody>
          <a:bodyPr wrap="square" lIns="0" tIns="0" rIns="0" bIns="0" rtlCol="0"/>
          <a:lstStyle/>
          <a:p/>
        </p:txBody>
      </p:sp>
      <p:sp>
        <p:nvSpPr>
          <p:cNvPr id="3" name="object 3"/>
          <p:cNvSpPr/>
          <p:nvPr/>
        </p:nvSpPr>
        <p:spPr>
          <a:xfrm>
            <a:off x="977740" y="3315742"/>
            <a:ext cx="508634" cy="544195"/>
          </a:xfrm>
          <a:custGeom>
            <a:avLst/>
            <a:gdLst/>
            <a:ahLst/>
            <a:cxnLst/>
            <a:rect l="l" t="t" r="r" b="b"/>
            <a:pathLst>
              <a:path w="508634" h="544195">
                <a:moveTo>
                  <a:pt x="254078" y="0"/>
                </a:moveTo>
                <a:lnTo>
                  <a:pt x="208407" y="4380"/>
                </a:lnTo>
                <a:lnTo>
                  <a:pt x="165422" y="17010"/>
                </a:lnTo>
                <a:lnTo>
                  <a:pt x="125840" y="37122"/>
                </a:lnTo>
                <a:lnTo>
                  <a:pt x="90379" y="63947"/>
                </a:lnTo>
                <a:lnTo>
                  <a:pt x="59756" y="96719"/>
                </a:lnTo>
                <a:lnTo>
                  <a:pt x="34689" y="134667"/>
                </a:lnTo>
                <a:lnTo>
                  <a:pt x="15895" y="177026"/>
                </a:lnTo>
                <a:lnTo>
                  <a:pt x="4093" y="223027"/>
                </a:lnTo>
                <a:lnTo>
                  <a:pt x="0" y="271901"/>
                </a:lnTo>
                <a:lnTo>
                  <a:pt x="4093" y="320776"/>
                </a:lnTo>
                <a:lnTo>
                  <a:pt x="15895" y="366777"/>
                </a:lnTo>
                <a:lnTo>
                  <a:pt x="34689" y="409136"/>
                </a:lnTo>
                <a:lnTo>
                  <a:pt x="59756" y="447085"/>
                </a:lnTo>
                <a:lnTo>
                  <a:pt x="90379" y="479856"/>
                </a:lnTo>
                <a:lnTo>
                  <a:pt x="125840" y="506681"/>
                </a:lnTo>
                <a:lnTo>
                  <a:pt x="165422" y="526793"/>
                </a:lnTo>
                <a:lnTo>
                  <a:pt x="208407" y="539424"/>
                </a:lnTo>
                <a:lnTo>
                  <a:pt x="254078" y="543804"/>
                </a:lnTo>
                <a:lnTo>
                  <a:pt x="299750" y="539424"/>
                </a:lnTo>
                <a:lnTo>
                  <a:pt x="342735" y="526793"/>
                </a:lnTo>
                <a:lnTo>
                  <a:pt x="382317" y="506681"/>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7"/>
                </a:lnTo>
                <a:lnTo>
                  <a:pt x="448401" y="96719"/>
                </a:lnTo>
                <a:lnTo>
                  <a:pt x="417778" y="63947"/>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4" name="object 4"/>
          <p:cNvSpPr txBox="1"/>
          <p:nvPr/>
        </p:nvSpPr>
        <p:spPr>
          <a:xfrm>
            <a:off x="1159110" y="3427835"/>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3</a:t>
            </a:r>
            <a:endParaRPr sz="1700">
              <a:latin typeface="Arial MT"/>
              <a:cs typeface="Arial MT"/>
            </a:endParaRPr>
          </a:p>
        </p:txBody>
      </p:sp>
      <p:sp>
        <p:nvSpPr>
          <p:cNvPr id="5" name="object 5"/>
          <p:cNvSpPr/>
          <p:nvPr/>
        </p:nvSpPr>
        <p:spPr>
          <a:xfrm>
            <a:off x="977740" y="1982348"/>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6" name="object 6"/>
          <p:cNvSpPr txBox="1"/>
          <p:nvPr/>
        </p:nvSpPr>
        <p:spPr>
          <a:xfrm>
            <a:off x="1159110" y="2094442"/>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1</a:t>
            </a:r>
            <a:endParaRPr sz="1700">
              <a:latin typeface="Arial MT"/>
              <a:cs typeface="Arial MT"/>
            </a:endParaRPr>
          </a:p>
        </p:txBody>
      </p:sp>
      <p:sp>
        <p:nvSpPr>
          <p:cNvPr id="7" name="object 7"/>
          <p:cNvSpPr/>
          <p:nvPr/>
        </p:nvSpPr>
        <p:spPr>
          <a:xfrm>
            <a:off x="977740" y="398337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8" name="object 8"/>
          <p:cNvSpPr txBox="1"/>
          <p:nvPr/>
        </p:nvSpPr>
        <p:spPr>
          <a:xfrm>
            <a:off x="1159110" y="4095466"/>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4</a:t>
            </a:r>
            <a:endParaRPr sz="1700">
              <a:latin typeface="Arial MT"/>
              <a:cs typeface="Arial MT"/>
            </a:endParaRPr>
          </a:p>
        </p:txBody>
      </p:sp>
      <p:sp>
        <p:nvSpPr>
          <p:cNvPr id="9" name="object 9"/>
          <p:cNvSpPr/>
          <p:nvPr/>
        </p:nvSpPr>
        <p:spPr>
          <a:xfrm>
            <a:off x="977740" y="2648112"/>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0" name="object 10"/>
          <p:cNvSpPr txBox="1"/>
          <p:nvPr/>
        </p:nvSpPr>
        <p:spPr>
          <a:xfrm>
            <a:off x="1159110" y="2760205"/>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2</a:t>
            </a:r>
            <a:endParaRPr sz="1700">
              <a:latin typeface="Arial MT"/>
              <a:cs typeface="Arial MT"/>
            </a:endParaRPr>
          </a:p>
        </p:txBody>
      </p:sp>
      <p:sp>
        <p:nvSpPr>
          <p:cNvPr id="11" name="object 11"/>
          <p:cNvSpPr/>
          <p:nvPr/>
        </p:nvSpPr>
        <p:spPr>
          <a:xfrm>
            <a:off x="977740" y="531863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2" name="object 12"/>
          <p:cNvSpPr/>
          <p:nvPr/>
        </p:nvSpPr>
        <p:spPr>
          <a:xfrm>
            <a:off x="977740" y="465100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3" name="object 13"/>
          <p:cNvSpPr/>
          <p:nvPr/>
        </p:nvSpPr>
        <p:spPr>
          <a:xfrm>
            <a:off x="977740" y="5986264"/>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4" name="object 14"/>
          <p:cNvSpPr/>
          <p:nvPr/>
        </p:nvSpPr>
        <p:spPr>
          <a:xfrm>
            <a:off x="977740" y="776084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5" name="object 15"/>
          <p:cNvSpPr txBox="1"/>
          <p:nvPr/>
        </p:nvSpPr>
        <p:spPr>
          <a:xfrm>
            <a:off x="922802" y="4763097"/>
            <a:ext cx="618490" cy="3394710"/>
          </a:xfrm>
          <a:prstGeom prst="rect">
            <a:avLst/>
          </a:prstGeom>
        </p:spPr>
        <p:txBody>
          <a:bodyPr vert="horz" wrap="square" lIns="0" tIns="12700" rIns="0" bIns="0" rtlCol="0">
            <a:spAutoFit/>
          </a:bodyPr>
          <a:lstStyle/>
          <a:p>
            <a:pPr algn="ctr">
              <a:lnSpc>
                <a:spcPct val="100000"/>
              </a:lnSpc>
              <a:spcBef>
                <a:spcPts val="100"/>
              </a:spcBef>
            </a:pPr>
            <a:r>
              <a:rPr sz="1700" spc="-50" dirty="0">
                <a:solidFill>
                  <a:srgbClr val="191919"/>
                </a:solidFill>
                <a:latin typeface="Arial MT"/>
                <a:cs typeface="Arial MT"/>
              </a:rPr>
              <a:t>5</a:t>
            </a:r>
            <a:endParaRPr sz="1700">
              <a:latin typeface="Arial MT"/>
              <a:cs typeface="Arial MT"/>
            </a:endParaRPr>
          </a:p>
          <a:p>
            <a:pPr>
              <a:lnSpc>
                <a:spcPct val="100000"/>
              </a:lnSpc>
              <a:spcBef>
                <a:spcPts val="1260"/>
              </a:spcBef>
            </a:pPr>
            <a:endParaRPr sz="1700">
              <a:latin typeface="Arial MT"/>
              <a:cs typeface="Arial MT"/>
            </a:endParaRPr>
          </a:p>
          <a:p>
            <a:pPr algn="ctr">
              <a:lnSpc>
                <a:spcPct val="100000"/>
              </a:lnSpc>
            </a:pPr>
            <a:r>
              <a:rPr sz="1700" spc="-50" dirty="0">
                <a:solidFill>
                  <a:srgbClr val="191919"/>
                </a:solidFill>
                <a:latin typeface="Arial MT"/>
                <a:cs typeface="Arial MT"/>
              </a:rPr>
              <a:t>6</a:t>
            </a:r>
            <a:endParaRPr sz="1700">
              <a:latin typeface="Arial MT"/>
              <a:cs typeface="Arial MT"/>
            </a:endParaRPr>
          </a:p>
          <a:p>
            <a:pPr>
              <a:lnSpc>
                <a:spcPct val="100000"/>
              </a:lnSpc>
              <a:spcBef>
                <a:spcPts val="1260"/>
              </a:spcBef>
            </a:pPr>
            <a:endParaRPr sz="1700">
              <a:latin typeface="Arial MT"/>
              <a:cs typeface="Arial MT"/>
            </a:endParaRPr>
          </a:p>
          <a:p>
            <a:pPr algn="ctr">
              <a:lnSpc>
                <a:spcPct val="100000"/>
              </a:lnSpc>
              <a:spcBef>
                <a:spcPts val="5"/>
              </a:spcBef>
            </a:pPr>
            <a:r>
              <a:rPr sz="1700" spc="-50" dirty="0">
                <a:solidFill>
                  <a:srgbClr val="191919"/>
                </a:solidFill>
                <a:latin typeface="Arial MT"/>
                <a:cs typeface="Arial MT"/>
              </a:rPr>
              <a:t>7</a:t>
            </a:r>
            <a:endParaRPr sz="1700">
              <a:latin typeface="Arial MT"/>
              <a:cs typeface="Arial MT"/>
            </a:endParaRPr>
          </a:p>
          <a:p>
            <a:pPr>
              <a:lnSpc>
                <a:spcPct val="100000"/>
              </a:lnSpc>
            </a:pPr>
            <a:endParaRPr sz="1700">
              <a:latin typeface="Arial MT"/>
              <a:cs typeface="Arial MT"/>
            </a:endParaRPr>
          </a:p>
          <a:p>
            <a:pPr>
              <a:lnSpc>
                <a:spcPct val="100000"/>
              </a:lnSpc>
              <a:spcBef>
                <a:spcPts val="420"/>
              </a:spcBef>
            </a:pPr>
            <a:endParaRPr sz="1700">
              <a:latin typeface="Arial MT"/>
              <a:cs typeface="Arial MT"/>
            </a:endParaRPr>
          </a:p>
          <a:p>
            <a:pPr algn="ctr">
              <a:lnSpc>
                <a:spcPct val="100000"/>
              </a:lnSpc>
            </a:pPr>
            <a:r>
              <a:rPr sz="2400" b="1" spc="-20" dirty="0">
                <a:solidFill>
                  <a:srgbClr val="002060"/>
                </a:solidFill>
                <a:latin typeface="Arial" panose="020B0704020202020204"/>
                <a:cs typeface="Arial" panose="020B0704020202020204"/>
              </a:rPr>
              <a:t>8(A)</a:t>
            </a:r>
            <a:endParaRPr sz="2400">
              <a:latin typeface="Arial" panose="020B0704020202020204"/>
              <a:cs typeface="Arial" panose="020B0704020202020204"/>
            </a:endParaRPr>
          </a:p>
          <a:p>
            <a:pPr>
              <a:lnSpc>
                <a:spcPct val="100000"/>
              </a:lnSpc>
              <a:spcBef>
                <a:spcPts val="1960"/>
              </a:spcBef>
            </a:pPr>
            <a:endParaRPr sz="2400">
              <a:latin typeface="Arial" panose="020B0704020202020204"/>
              <a:cs typeface="Arial" panose="020B0704020202020204"/>
            </a:endParaRPr>
          </a:p>
          <a:p>
            <a:pPr algn="ctr">
              <a:lnSpc>
                <a:spcPct val="100000"/>
              </a:lnSpc>
            </a:pPr>
            <a:r>
              <a:rPr sz="1700" spc="-50" dirty="0">
                <a:solidFill>
                  <a:srgbClr val="191919"/>
                </a:solidFill>
                <a:latin typeface="Arial MT"/>
                <a:cs typeface="Arial MT"/>
              </a:rPr>
              <a:t>9</a:t>
            </a:r>
            <a:endParaRPr sz="1700">
              <a:latin typeface="Arial MT"/>
              <a:cs typeface="Arial MT"/>
            </a:endParaRPr>
          </a:p>
        </p:txBody>
      </p:sp>
      <p:pic>
        <p:nvPicPr>
          <p:cNvPr id="16" name="object 16"/>
          <p:cNvPicPr/>
          <p:nvPr/>
        </p:nvPicPr>
        <p:blipFill>
          <a:blip r:embed="rId1" cstate="print"/>
          <a:stretch>
            <a:fillRect/>
          </a:stretch>
        </p:blipFill>
        <p:spPr>
          <a:xfrm>
            <a:off x="16313419" y="1028700"/>
            <a:ext cx="945879" cy="236469"/>
          </a:xfrm>
          <a:prstGeom prst="rect">
            <a:avLst/>
          </a:prstGeom>
        </p:spPr>
      </p:pic>
      <p:sp>
        <p:nvSpPr>
          <p:cNvPr id="17" name="object 17"/>
          <p:cNvSpPr/>
          <p:nvPr/>
        </p:nvSpPr>
        <p:spPr>
          <a:xfrm>
            <a:off x="17170669" y="1996152"/>
            <a:ext cx="1117600" cy="6645275"/>
          </a:xfrm>
          <a:custGeom>
            <a:avLst/>
            <a:gdLst/>
            <a:ahLst/>
            <a:cxnLst/>
            <a:rect l="l" t="t" r="r" b="b"/>
            <a:pathLst>
              <a:path w="1117600" h="6645275">
                <a:moveTo>
                  <a:pt x="1117330" y="0"/>
                </a:moveTo>
                <a:lnTo>
                  <a:pt x="1082016" y="46933"/>
                </a:lnTo>
                <a:lnTo>
                  <a:pt x="1055326" y="83158"/>
                </a:lnTo>
                <a:lnTo>
                  <a:pt x="1028926" y="119608"/>
                </a:lnTo>
                <a:lnTo>
                  <a:pt x="1002818" y="156282"/>
                </a:lnTo>
                <a:lnTo>
                  <a:pt x="977003" y="193177"/>
                </a:lnTo>
                <a:lnTo>
                  <a:pt x="951484" y="230293"/>
                </a:lnTo>
                <a:lnTo>
                  <a:pt x="926261" y="267628"/>
                </a:lnTo>
                <a:lnTo>
                  <a:pt x="901337" y="305179"/>
                </a:lnTo>
                <a:lnTo>
                  <a:pt x="876713" y="342945"/>
                </a:lnTo>
                <a:lnTo>
                  <a:pt x="852392" y="380925"/>
                </a:lnTo>
                <a:lnTo>
                  <a:pt x="828373" y="419116"/>
                </a:lnTo>
                <a:lnTo>
                  <a:pt x="804661" y="457518"/>
                </a:lnTo>
                <a:lnTo>
                  <a:pt x="781255" y="496128"/>
                </a:lnTo>
                <a:lnTo>
                  <a:pt x="758158" y="534944"/>
                </a:lnTo>
                <a:lnTo>
                  <a:pt x="735372" y="573965"/>
                </a:lnTo>
                <a:lnTo>
                  <a:pt x="712898" y="613190"/>
                </a:lnTo>
                <a:lnTo>
                  <a:pt x="690738" y="652616"/>
                </a:lnTo>
                <a:lnTo>
                  <a:pt x="668893" y="692241"/>
                </a:lnTo>
                <a:lnTo>
                  <a:pt x="647366" y="732065"/>
                </a:lnTo>
                <a:lnTo>
                  <a:pt x="626158" y="772086"/>
                </a:lnTo>
                <a:lnTo>
                  <a:pt x="605271" y="812300"/>
                </a:lnTo>
                <a:lnTo>
                  <a:pt x="584705" y="852708"/>
                </a:lnTo>
                <a:lnTo>
                  <a:pt x="564465" y="893307"/>
                </a:lnTo>
                <a:lnTo>
                  <a:pt x="544549" y="934096"/>
                </a:lnTo>
                <a:lnTo>
                  <a:pt x="524962" y="975073"/>
                </a:lnTo>
                <a:lnTo>
                  <a:pt x="505704" y="1016235"/>
                </a:lnTo>
                <a:lnTo>
                  <a:pt x="486776" y="1057583"/>
                </a:lnTo>
                <a:lnTo>
                  <a:pt x="468181" y="1099112"/>
                </a:lnTo>
                <a:lnTo>
                  <a:pt x="449921" y="1140823"/>
                </a:lnTo>
                <a:lnTo>
                  <a:pt x="431997" y="1182714"/>
                </a:lnTo>
                <a:lnTo>
                  <a:pt x="414410" y="1224782"/>
                </a:lnTo>
                <a:lnTo>
                  <a:pt x="397163" y="1267026"/>
                </a:lnTo>
                <a:lnTo>
                  <a:pt x="380257" y="1309444"/>
                </a:lnTo>
                <a:lnTo>
                  <a:pt x="363694" y="1352034"/>
                </a:lnTo>
                <a:lnTo>
                  <a:pt x="347475" y="1394796"/>
                </a:lnTo>
                <a:lnTo>
                  <a:pt x="331603" y="1437727"/>
                </a:lnTo>
                <a:lnTo>
                  <a:pt x="316079" y="1480825"/>
                </a:lnTo>
                <a:lnTo>
                  <a:pt x="300904" y="1524088"/>
                </a:lnTo>
                <a:lnTo>
                  <a:pt x="286081" y="1567516"/>
                </a:lnTo>
                <a:lnTo>
                  <a:pt x="271611" y="1611106"/>
                </a:lnTo>
                <a:lnTo>
                  <a:pt x="257495" y="1654857"/>
                </a:lnTo>
                <a:lnTo>
                  <a:pt x="243736" y="1698767"/>
                </a:lnTo>
                <a:lnTo>
                  <a:pt x="230336" y="1742833"/>
                </a:lnTo>
                <a:lnTo>
                  <a:pt x="217295" y="1787056"/>
                </a:lnTo>
                <a:lnTo>
                  <a:pt x="204616" y="1831432"/>
                </a:lnTo>
                <a:lnTo>
                  <a:pt x="192300" y="1875960"/>
                </a:lnTo>
                <a:lnTo>
                  <a:pt x="180349" y="1920639"/>
                </a:lnTo>
                <a:lnTo>
                  <a:pt x="168765" y="1965466"/>
                </a:lnTo>
                <a:lnTo>
                  <a:pt x="157549" y="2010440"/>
                </a:lnTo>
                <a:lnTo>
                  <a:pt x="146703" y="2055560"/>
                </a:lnTo>
                <a:lnTo>
                  <a:pt x="136230" y="2100823"/>
                </a:lnTo>
                <a:lnTo>
                  <a:pt x="126129" y="2146228"/>
                </a:lnTo>
                <a:lnTo>
                  <a:pt x="116404" y="2191773"/>
                </a:lnTo>
                <a:lnTo>
                  <a:pt x="107056" y="2237457"/>
                </a:lnTo>
                <a:lnTo>
                  <a:pt x="98087" y="2283277"/>
                </a:lnTo>
                <a:lnTo>
                  <a:pt x="89498" y="2329232"/>
                </a:lnTo>
                <a:lnTo>
                  <a:pt x="81290" y="2375321"/>
                </a:lnTo>
                <a:lnTo>
                  <a:pt x="73467" y="2421542"/>
                </a:lnTo>
                <a:lnTo>
                  <a:pt x="66029" y="2467892"/>
                </a:lnTo>
                <a:lnTo>
                  <a:pt x="58978" y="2514371"/>
                </a:lnTo>
                <a:lnTo>
                  <a:pt x="52316" y="2560976"/>
                </a:lnTo>
                <a:lnTo>
                  <a:pt x="46045" y="2607706"/>
                </a:lnTo>
                <a:lnTo>
                  <a:pt x="40166" y="2654559"/>
                </a:lnTo>
                <a:lnTo>
                  <a:pt x="34681" y="2701534"/>
                </a:lnTo>
                <a:lnTo>
                  <a:pt x="29591" y="2748628"/>
                </a:lnTo>
                <a:lnTo>
                  <a:pt x="24899" y="2795841"/>
                </a:lnTo>
                <a:lnTo>
                  <a:pt x="20606" y="2843169"/>
                </a:lnTo>
                <a:lnTo>
                  <a:pt x="16714" y="2890613"/>
                </a:lnTo>
                <a:lnTo>
                  <a:pt x="13224" y="2938169"/>
                </a:lnTo>
                <a:lnTo>
                  <a:pt x="10138" y="2985836"/>
                </a:lnTo>
                <a:lnTo>
                  <a:pt x="7459" y="3033613"/>
                </a:lnTo>
                <a:lnTo>
                  <a:pt x="5187" y="3081498"/>
                </a:lnTo>
                <a:lnTo>
                  <a:pt x="3324" y="3129489"/>
                </a:lnTo>
                <a:lnTo>
                  <a:pt x="1872" y="3177584"/>
                </a:lnTo>
                <a:lnTo>
                  <a:pt x="833" y="3225782"/>
                </a:lnTo>
                <a:lnTo>
                  <a:pt x="208" y="3274081"/>
                </a:lnTo>
                <a:lnTo>
                  <a:pt x="0" y="3322479"/>
                </a:lnTo>
                <a:lnTo>
                  <a:pt x="208" y="3370878"/>
                </a:lnTo>
                <a:lnTo>
                  <a:pt x="833" y="3419176"/>
                </a:lnTo>
                <a:lnTo>
                  <a:pt x="1872" y="3467374"/>
                </a:lnTo>
                <a:lnTo>
                  <a:pt x="3324" y="3515470"/>
                </a:lnTo>
                <a:lnTo>
                  <a:pt x="5187" y="3563461"/>
                </a:lnTo>
                <a:lnTo>
                  <a:pt x="7459" y="3611345"/>
                </a:lnTo>
                <a:lnTo>
                  <a:pt x="10138" y="3659122"/>
                </a:lnTo>
                <a:lnTo>
                  <a:pt x="13224" y="3706790"/>
                </a:lnTo>
                <a:lnTo>
                  <a:pt x="16714" y="3754346"/>
                </a:lnTo>
                <a:lnTo>
                  <a:pt x="20606" y="3801789"/>
                </a:lnTo>
                <a:lnTo>
                  <a:pt x="24899" y="3849118"/>
                </a:lnTo>
                <a:lnTo>
                  <a:pt x="29591" y="3896330"/>
                </a:lnTo>
                <a:lnTo>
                  <a:pt x="34681" y="3943425"/>
                </a:lnTo>
                <a:lnTo>
                  <a:pt x="40166" y="3990399"/>
                </a:lnTo>
                <a:lnTo>
                  <a:pt x="46045" y="4037253"/>
                </a:lnTo>
                <a:lnTo>
                  <a:pt x="52316" y="4083983"/>
                </a:lnTo>
                <a:lnTo>
                  <a:pt x="58978" y="4130588"/>
                </a:lnTo>
                <a:lnTo>
                  <a:pt x="66029" y="4177066"/>
                </a:lnTo>
                <a:lnTo>
                  <a:pt x="73467" y="4223417"/>
                </a:lnTo>
                <a:lnTo>
                  <a:pt x="81290" y="4269637"/>
                </a:lnTo>
                <a:lnTo>
                  <a:pt x="89498" y="4315726"/>
                </a:lnTo>
                <a:lnTo>
                  <a:pt x="98087" y="4361682"/>
                </a:lnTo>
                <a:lnTo>
                  <a:pt x="107056" y="4407502"/>
                </a:lnTo>
                <a:lnTo>
                  <a:pt x="116404" y="4453186"/>
                </a:lnTo>
                <a:lnTo>
                  <a:pt x="126129" y="4498731"/>
                </a:lnTo>
                <a:lnTo>
                  <a:pt x="136230" y="4544136"/>
                </a:lnTo>
                <a:lnTo>
                  <a:pt x="146703" y="4589399"/>
                </a:lnTo>
                <a:lnTo>
                  <a:pt x="157549" y="4634519"/>
                </a:lnTo>
                <a:lnTo>
                  <a:pt x="168765" y="4679493"/>
                </a:lnTo>
                <a:lnTo>
                  <a:pt x="180349" y="4724320"/>
                </a:lnTo>
                <a:lnTo>
                  <a:pt x="192300" y="4768999"/>
                </a:lnTo>
                <a:lnTo>
                  <a:pt x="204616" y="4813527"/>
                </a:lnTo>
                <a:lnTo>
                  <a:pt x="217295" y="4857903"/>
                </a:lnTo>
                <a:lnTo>
                  <a:pt x="230336" y="4902125"/>
                </a:lnTo>
                <a:lnTo>
                  <a:pt x="243736" y="4946192"/>
                </a:lnTo>
                <a:lnTo>
                  <a:pt x="257495" y="4990102"/>
                </a:lnTo>
                <a:lnTo>
                  <a:pt x="271611" y="5033852"/>
                </a:lnTo>
                <a:lnTo>
                  <a:pt x="286081" y="5077443"/>
                </a:lnTo>
                <a:lnTo>
                  <a:pt x="300904" y="5120870"/>
                </a:lnTo>
                <a:lnTo>
                  <a:pt x="316079" y="5164134"/>
                </a:lnTo>
                <a:lnTo>
                  <a:pt x="331603" y="5207232"/>
                </a:lnTo>
                <a:lnTo>
                  <a:pt x="347475" y="5250163"/>
                </a:lnTo>
                <a:lnTo>
                  <a:pt x="363694" y="5292924"/>
                </a:lnTo>
                <a:lnTo>
                  <a:pt x="380257" y="5335515"/>
                </a:lnTo>
                <a:lnTo>
                  <a:pt x="397163" y="5377933"/>
                </a:lnTo>
                <a:lnTo>
                  <a:pt x="414410" y="5420177"/>
                </a:lnTo>
                <a:lnTo>
                  <a:pt x="431997" y="5462245"/>
                </a:lnTo>
                <a:lnTo>
                  <a:pt x="449921" y="5504135"/>
                </a:lnTo>
                <a:lnTo>
                  <a:pt x="468181" y="5545846"/>
                </a:lnTo>
                <a:lnTo>
                  <a:pt x="486776" y="5587376"/>
                </a:lnTo>
                <a:lnTo>
                  <a:pt x="505704" y="5628723"/>
                </a:lnTo>
                <a:lnTo>
                  <a:pt x="524962" y="5669886"/>
                </a:lnTo>
                <a:lnTo>
                  <a:pt x="544549" y="5710863"/>
                </a:lnTo>
                <a:lnTo>
                  <a:pt x="564465" y="5751651"/>
                </a:lnTo>
                <a:lnTo>
                  <a:pt x="584705" y="5792250"/>
                </a:lnTo>
                <a:lnTo>
                  <a:pt x="605271" y="5832658"/>
                </a:lnTo>
                <a:lnTo>
                  <a:pt x="626158" y="5872873"/>
                </a:lnTo>
                <a:lnTo>
                  <a:pt x="647366" y="5912893"/>
                </a:lnTo>
                <a:lnTo>
                  <a:pt x="668893" y="5952717"/>
                </a:lnTo>
                <a:lnTo>
                  <a:pt x="690738" y="5992343"/>
                </a:lnTo>
                <a:lnTo>
                  <a:pt x="712898" y="6031769"/>
                </a:lnTo>
                <a:lnTo>
                  <a:pt x="735372" y="6070993"/>
                </a:lnTo>
                <a:lnTo>
                  <a:pt x="758158" y="6110015"/>
                </a:lnTo>
                <a:lnTo>
                  <a:pt x="781255" y="6148831"/>
                </a:lnTo>
                <a:lnTo>
                  <a:pt x="804661" y="6187441"/>
                </a:lnTo>
                <a:lnTo>
                  <a:pt x="828373" y="6225842"/>
                </a:lnTo>
                <a:lnTo>
                  <a:pt x="852392" y="6264034"/>
                </a:lnTo>
                <a:lnTo>
                  <a:pt x="876713" y="6302014"/>
                </a:lnTo>
                <a:lnTo>
                  <a:pt x="901337" y="6339780"/>
                </a:lnTo>
                <a:lnTo>
                  <a:pt x="926261" y="6377331"/>
                </a:lnTo>
                <a:lnTo>
                  <a:pt x="951484" y="6414666"/>
                </a:lnTo>
                <a:lnTo>
                  <a:pt x="977003" y="6451782"/>
                </a:lnTo>
                <a:lnTo>
                  <a:pt x="1002818" y="6488677"/>
                </a:lnTo>
                <a:lnTo>
                  <a:pt x="1028926" y="6525351"/>
                </a:lnTo>
                <a:lnTo>
                  <a:pt x="1055326" y="6561801"/>
                </a:lnTo>
                <a:lnTo>
                  <a:pt x="1082016" y="6598026"/>
                </a:lnTo>
                <a:lnTo>
                  <a:pt x="1108994" y="6634024"/>
                </a:lnTo>
                <a:lnTo>
                  <a:pt x="1117330" y="6644959"/>
                </a:lnTo>
              </a:path>
            </a:pathLst>
          </a:custGeom>
          <a:ln w="514349">
            <a:solidFill>
              <a:srgbClr val="FC6220"/>
            </a:solidFill>
          </a:ln>
        </p:spPr>
        <p:txBody>
          <a:bodyPr wrap="square" lIns="0" tIns="0" rIns="0" bIns="0" rtlCol="0"/>
          <a:lstStyle/>
          <a:p/>
        </p:txBody>
      </p:sp>
      <p:sp>
        <p:nvSpPr>
          <p:cNvPr id="18" name="object 18" descr="$PPTXTitle"/>
          <p:cNvSpPr txBox="1">
            <a:spLocks noGrp="1"/>
          </p:cNvSpPr>
          <p:nvPr>
            <p:ph type="title"/>
          </p:nvPr>
        </p:nvSpPr>
        <p:spPr>
          <a:prstGeom prst="rect">
            <a:avLst/>
          </a:prstGeom>
        </p:spPr>
        <p:txBody>
          <a:bodyPr vert="horz" wrap="square" lIns="0" tIns="65106" rIns="0" bIns="0" rtlCol="0">
            <a:spAutoFit/>
          </a:bodyPr>
          <a:lstStyle/>
          <a:p>
            <a:pPr marL="353695">
              <a:lnSpc>
                <a:spcPct val="100000"/>
              </a:lnSpc>
              <a:spcBef>
                <a:spcPts val="100"/>
              </a:spcBef>
            </a:pPr>
            <a:r>
              <a:rPr spc="-40" dirty="0"/>
              <a:t>IMPLEMENTATION</a:t>
            </a:r>
            <a:r>
              <a:rPr spc="-229" dirty="0"/>
              <a:t> </a:t>
            </a:r>
            <a:r>
              <a:rPr spc="-10" dirty="0"/>
              <a:t>SCREENSHOTS</a:t>
            </a:r>
            <a:endParaRPr spc="-10" dirty="0"/>
          </a:p>
        </p:txBody>
      </p:sp>
      <p:sp>
        <p:nvSpPr>
          <p:cNvPr id="19" name="object 19"/>
          <p:cNvSpPr txBox="1"/>
          <p:nvPr/>
        </p:nvSpPr>
        <p:spPr>
          <a:xfrm>
            <a:off x="9918700" y="2476500"/>
            <a:ext cx="6555105" cy="4381500"/>
          </a:xfrm>
          <a:prstGeom prst="rect">
            <a:avLst/>
          </a:prstGeom>
        </p:spPr>
        <p:txBody>
          <a:bodyPr vert="horz" wrap="square" lIns="0" tIns="12700" rIns="0" bIns="0" rtlCol="0">
            <a:noAutofit/>
          </a:bodyPr>
          <a:lstStyle/>
          <a:p>
            <a:pPr marL="400685" indent="-387985">
              <a:lnSpc>
                <a:spcPct val="100000"/>
              </a:lnSpc>
              <a:spcBef>
                <a:spcPts val="100"/>
              </a:spcBef>
              <a:buChar char="-"/>
              <a:tabLst>
                <a:tab pos="400685" algn="l"/>
              </a:tabLst>
            </a:pPr>
            <a:endParaRPr sz="2800">
              <a:latin typeface="Calibri"/>
              <a:cs typeface="Calibri"/>
            </a:endParaRPr>
          </a:p>
        </p:txBody>
      </p:sp>
      <p:sp>
        <p:nvSpPr>
          <p:cNvPr id="20" name="object 20"/>
          <p:cNvSpPr txBox="1"/>
          <p:nvPr/>
        </p:nvSpPr>
        <p:spPr>
          <a:xfrm>
            <a:off x="2282825" y="7646670"/>
            <a:ext cx="13664565" cy="1920875"/>
          </a:xfrm>
          <a:prstGeom prst="rect">
            <a:avLst/>
          </a:prstGeom>
        </p:spPr>
        <p:txBody>
          <a:bodyPr vert="horz" wrap="square" lIns="0" tIns="12700" rIns="0" bIns="0" rtlCol="0">
            <a:noAutofit/>
          </a:bodyPr>
          <a:lstStyle/>
          <a:p>
            <a:pPr marL="12700">
              <a:lnSpc>
                <a:spcPct val="100000"/>
              </a:lnSpc>
              <a:spcBef>
                <a:spcPts val="100"/>
              </a:spcBef>
            </a:pPr>
            <a:endParaRPr sz="2800">
              <a:latin typeface="Calibri"/>
              <a:cs typeface="Calibri"/>
            </a:endParaRPr>
          </a:p>
        </p:txBody>
      </p:sp>
      <p:pic>
        <p:nvPicPr>
          <p:cNvPr id="22" name="Picture 21" descr="Screenshot 2026-05-01 at 11.11.10 AM"/>
          <p:cNvPicPr>
            <a:picLocks noChangeAspect="1"/>
          </p:cNvPicPr>
          <p:nvPr/>
        </p:nvPicPr>
        <p:blipFill>
          <a:blip r:embed="rId2"/>
          <a:stretch>
            <a:fillRect/>
          </a:stretch>
        </p:blipFill>
        <p:spPr>
          <a:xfrm>
            <a:off x="1882140" y="2247900"/>
            <a:ext cx="6607175" cy="6645275"/>
          </a:xfrm>
          <a:prstGeom prst="rect">
            <a:avLst/>
          </a:prstGeom>
        </p:spPr>
      </p:pic>
      <p:pic>
        <p:nvPicPr>
          <p:cNvPr id="24" name="Picture 23" descr="Screenshot 2026-05-01 at 11.11.44 AM"/>
          <p:cNvPicPr>
            <a:picLocks noChangeAspect="1"/>
          </p:cNvPicPr>
          <p:nvPr/>
        </p:nvPicPr>
        <p:blipFill>
          <a:blip r:embed="rId3"/>
          <a:stretch>
            <a:fillRect/>
          </a:stretch>
        </p:blipFill>
        <p:spPr>
          <a:xfrm>
            <a:off x="9122410" y="2324100"/>
            <a:ext cx="7721600" cy="62236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5587" y="6653893"/>
            <a:ext cx="992505" cy="992505"/>
          </a:xfrm>
          <a:custGeom>
            <a:avLst/>
            <a:gdLst/>
            <a:ahLst/>
            <a:cxnLst/>
            <a:rect l="l" t="t" r="r" b="b"/>
            <a:pathLst>
              <a:path w="992505" h="992504">
                <a:moveTo>
                  <a:pt x="496231" y="992463"/>
                </a:moveTo>
                <a:lnTo>
                  <a:pt x="448440" y="990191"/>
                </a:lnTo>
                <a:lnTo>
                  <a:pt x="401935" y="983515"/>
                </a:lnTo>
                <a:lnTo>
                  <a:pt x="356923" y="972642"/>
                </a:lnTo>
                <a:lnTo>
                  <a:pt x="313613" y="957781"/>
                </a:lnTo>
                <a:lnTo>
                  <a:pt x="272211" y="939139"/>
                </a:lnTo>
                <a:lnTo>
                  <a:pt x="232926" y="916924"/>
                </a:lnTo>
                <a:lnTo>
                  <a:pt x="195967" y="891344"/>
                </a:lnTo>
                <a:lnTo>
                  <a:pt x="161540" y="862607"/>
                </a:lnTo>
                <a:lnTo>
                  <a:pt x="129855" y="830922"/>
                </a:lnTo>
                <a:lnTo>
                  <a:pt x="101118" y="796495"/>
                </a:lnTo>
                <a:lnTo>
                  <a:pt x="75539" y="759536"/>
                </a:lnTo>
                <a:lnTo>
                  <a:pt x="53324" y="720252"/>
                </a:lnTo>
                <a:lnTo>
                  <a:pt x="34682" y="678850"/>
                </a:lnTo>
                <a:lnTo>
                  <a:pt x="19820" y="635539"/>
                </a:lnTo>
                <a:lnTo>
                  <a:pt x="8947" y="590527"/>
                </a:lnTo>
                <a:lnTo>
                  <a:pt x="2271" y="544022"/>
                </a:lnTo>
                <a:lnTo>
                  <a:pt x="0" y="496231"/>
                </a:lnTo>
                <a:lnTo>
                  <a:pt x="2271" y="448441"/>
                </a:lnTo>
                <a:lnTo>
                  <a:pt x="8947" y="401936"/>
                </a:lnTo>
                <a:lnTo>
                  <a:pt x="19820" y="356924"/>
                </a:lnTo>
                <a:lnTo>
                  <a:pt x="34682" y="313613"/>
                </a:lnTo>
                <a:lnTo>
                  <a:pt x="53324" y="272211"/>
                </a:lnTo>
                <a:lnTo>
                  <a:pt x="75539" y="232927"/>
                </a:lnTo>
                <a:lnTo>
                  <a:pt x="101118" y="195967"/>
                </a:lnTo>
                <a:lnTo>
                  <a:pt x="129855" y="161541"/>
                </a:lnTo>
                <a:lnTo>
                  <a:pt x="161540" y="129855"/>
                </a:lnTo>
                <a:lnTo>
                  <a:pt x="195967" y="101119"/>
                </a:lnTo>
                <a:lnTo>
                  <a:pt x="232926" y="75539"/>
                </a:lnTo>
                <a:lnTo>
                  <a:pt x="272211" y="53324"/>
                </a:lnTo>
                <a:lnTo>
                  <a:pt x="313613" y="34682"/>
                </a:lnTo>
                <a:lnTo>
                  <a:pt x="356923" y="19820"/>
                </a:lnTo>
                <a:lnTo>
                  <a:pt x="401935" y="8947"/>
                </a:lnTo>
                <a:lnTo>
                  <a:pt x="448440" y="2271"/>
                </a:lnTo>
                <a:lnTo>
                  <a:pt x="496231" y="0"/>
                </a:lnTo>
                <a:lnTo>
                  <a:pt x="544021" y="2271"/>
                </a:lnTo>
                <a:lnTo>
                  <a:pt x="590527" y="8947"/>
                </a:lnTo>
                <a:lnTo>
                  <a:pt x="635539" y="19820"/>
                </a:lnTo>
                <a:lnTo>
                  <a:pt x="678849" y="34682"/>
                </a:lnTo>
                <a:lnTo>
                  <a:pt x="720251" y="53324"/>
                </a:lnTo>
                <a:lnTo>
                  <a:pt x="759536" y="75539"/>
                </a:lnTo>
                <a:lnTo>
                  <a:pt x="796495" y="101119"/>
                </a:lnTo>
                <a:lnTo>
                  <a:pt x="830921" y="129855"/>
                </a:lnTo>
                <a:lnTo>
                  <a:pt x="862607" y="161541"/>
                </a:lnTo>
                <a:lnTo>
                  <a:pt x="891344" y="195967"/>
                </a:lnTo>
                <a:lnTo>
                  <a:pt x="916923" y="232927"/>
                </a:lnTo>
                <a:lnTo>
                  <a:pt x="939138" y="272211"/>
                </a:lnTo>
                <a:lnTo>
                  <a:pt x="957780" y="313613"/>
                </a:lnTo>
                <a:lnTo>
                  <a:pt x="972642" y="356924"/>
                </a:lnTo>
                <a:lnTo>
                  <a:pt x="983515" y="401936"/>
                </a:lnTo>
                <a:lnTo>
                  <a:pt x="990191" y="448441"/>
                </a:lnTo>
                <a:lnTo>
                  <a:pt x="992462" y="496231"/>
                </a:lnTo>
                <a:lnTo>
                  <a:pt x="990191" y="544022"/>
                </a:lnTo>
                <a:lnTo>
                  <a:pt x="983515" y="590527"/>
                </a:lnTo>
                <a:lnTo>
                  <a:pt x="972642" y="635539"/>
                </a:lnTo>
                <a:lnTo>
                  <a:pt x="957780" y="678850"/>
                </a:lnTo>
                <a:lnTo>
                  <a:pt x="939138" y="720252"/>
                </a:lnTo>
                <a:lnTo>
                  <a:pt x="916923" y="759536"/>
                </a:lnTo>
                <a:lnTo>
                  <a:pt x="891344" y="796495"/>
                </a:lnTo>
                <a:lnTo>
                  <a:pt x="862607" y="830922"/>
                </a:lnTo>
                <a:lnTo>
                  <a:pt x="830921" y="862607"/>
                </a:lnTo>
                <a:lnTo>
                  <a:pt x="796495" y="891344"/>
                </a:lnTo>
                <a:lnTo>
                  <a:pt x="759536" y="916924"/>
                </a:lnTo>
                <a:lnTo>
                  <a:pt x="720251" y="939139"/>
                </a:lnTo>
                <a:lnTo>
                  <a:pt x="678849" y="957781"/>
                </a:lnTo>
                <a:lnTo>
                  <a:pt x="635539" y="972642"/>
                </a:lnTo>
                <a:lnTo>
                  <a:pt x="590527" y="983515"/>
                </a:lnTo>
                <a:lnTo>
                  <a:pt x="544021" y="990191"/>
                </a:lnTo>
                <a:lnTo>
                  <a:pt x="496231" y="992463"/>
                </a:lnTo>
                <a:close/>
              </a:path>
            </a:pathLst>
          </a:custGeom>
          <a:solidFill>
            <a:srgbClr val="FC6220"/>
          </a:solidFill>
        </p:spPr>
        <p:txBody>
          <a:bodyPr wrap="square" lIns="0" tIns="0" rIns="0" bIns="0" rtlCol="0"/>
          <a:lstStyle/>
          <a:p/>
        </p:txBody>
      </p:sp>
      <p:sp>
        <p:nvSpPr>
          <p:cNvPr id="3" name="object 3"/>
          <p:cNvSpPr/>
          <p:nvPr/>
        </p:nvSpPr>
        <p:spPr>
          <a:xfrm>
            <a:off x="977740" y="3315742"/>
            <a:ext cx="508634" cy="544195"/>
          </a:xfrm>
          <a:custGeom>
            <a:avLst/>
            <a:gdLst/>
            <a:ahLst/>
            <a:cxnLst/>
            <a:rect l="l" t="t" r="r" b="b"/>
            <a:pathLst>
              <a:path w="508634" h="544195">
                <a:moveTo>
                  <a:pt x="254078" y="0"/>
                </a:moveTo>
                <a:lnTo>
                  <a:pt x="208407" y="4380"/>
                </a:lnTo>
                <a:lnTo>
                  <a:pt x="165422" y="17010"/>
                </a:lnTo>
                <a:lnTo>
                  <a:pt x="125840" y="37122"/>
                </a:lnTo>
                <a:lnTo>
                  <a:pt x="90379" y="63947"/>
                </a:lnTo>
                <a:lnTo>
                  <a:pt x="59756" y="96719"/>
                </a:lnTo>
                <a:lnTo>
                  <a:pt x="34689" y="134667"/>
                </a:lnTo>
                <a:lnTo>
                  <a:pt x="15895" y="177026"/>
                </a:lnTo>
                <a:lnTo>
                  <a:pt x="4093" y="223027"/>
                </a:lnTo>
                <a:lnTo>
                  <a:pt x="0" y="271901"/>
                </a:lnTo>
                <a:lnTo>
                  <a:pt x="4093" y="320776"/>
                </a:lnTo>
                <a:lnTo>
                  <a:pt x="15895" y="366777"/>
                </a:lnTo>
                <a:lnTo>
                  <a:pt x="34689" y="409136"/>
                </a:lnTo>
                <a:lnTo>
                  <a:pt x="59756" y="447085"/>
                </a:lnTo>
                <a:lnTo>
                  <a:pt x="90379" y="479856"/>
                </a:lnTo>
                <a:lnTo>
                  <a:pt x="125840" y="506681"/>
                </a:lnTo>
                <a:lnTo>
                  <a:pt x="165422" y="526793"/>
                </a:lnTo>
                <a:lnTo>
                  <a:pt x="208407" y="539424"/>
                </a:lnTo>
                <a:lnTo>
                  <a:pt x="254078" y="543804"/>
                </a:lnTo>
                <a:lnTo>
                  <a:pt x="299750" y="539424"/>
                </a:lnTo>
                <a:lnTo>
                  <a:pt x="342735" y="526793"/>
                </a:lnTo>
                <a:lnTo>
                  <a:pt x="382317" y="506681"/>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7"/>
                </a:lnTo>
                <a:lnTo>
                  <a:pt x="448401" y="96719"/>
                </a:lnTo>
                <a:lnTo>
                  <a:pt x="417778" y="63947"/>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4" name="object 4"/>
          <p:cNvSpPr/>
          <p:nvPr/>
        </p:nvSpPr>
        <p:spPr>
          <a:xfrm>
            <a:off x="977740" y="1982348"/>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5" name="object 5"/>
          <p:cNvSpPr/>
          <p:nvPr/>
        </p:nvSpPr>
        <p:spPr>
          <a:xfrm>
            <a:off x="977740" y="398337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6" name="object 6"/>
          <p:cNvSpPr/>
          <p:nvPr/>
        </p:nvSpPr>
        <p:spPr>
          <a:xfrm>
            <a:off x="977740" y="2648112"/>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7" name="object 7"/>
          <p:cNvSpPr/>
          <p:nvPr/>
        </p:nvSpPr>
        <p:spPr>
          <a:xfrm>
            <a:off x="977740" y="531863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8" name="object 8"/>
          <p:cNvSpPr/>
          <p:nvPr/>
        </p:nvSpPr>
        <p:spPr>
          <a:xfrm>
            <a:off x="977740" y="465100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9" name="object 9"/>
          <p:cNvSpPr/>
          <p:nvPr/>
        </p:nvSpPr>
        <p:spPr>
          <a:xfrm>
            <a:off x="977740" y="5986264"/>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0" name="object 10"/>
          <p:cNvSpPr/>
          <p:nvPr/>
        </p:nvSpPr>
        <p:spPr>
          <a:xfrm>
            <a:off x="977740" y="776084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1" name="object 11"/>
          <p:cNvSpPr txBox="1"/>
          <p:nvPr/>
        </p:nvSpPr>
        <p:spPr>
          <a:xfrm>
            <a:off x="922802" y="2094442"/>
            <a:ext cx="618490" cy="6062980"/>
          </a:xfrm>
          <a:prstGeom prst="rect">
            <a:avLst/>
          </a:prstGeom>
        </p:spPr>
        <p:txBody>
          <a:bodyPr vert="horz" wrap="square" lIns="0" tIns="12700" rIns="0" bIns="0" rtlCol="0">
            <a:spAutoFit/>
          </a:bodyPr>
          <a:lstStyle/>
          <a:p>
            <a:pPr algn="ctr">
              <a:lnSpc>
                <a:spcPct val="100000"/>
              </a:lnSpc>
              <a:spcBef>
                <a:spcPts val="100"/>
              </a:spcBef>
            </a:pPr>
            <a:r>
              <a:rPr sz="1700" spc="-50" dirty="0">
                <a:solidFill>
                  <a:srgbClr val="191919"/>
                </a:solidFill>
                <a:latin typeface="Arial MT"/>
                <a:cs typeface="Arial MT"/>
              </a:rPr>
              <a:t>1</a:t>
            </a:r>
            <a:endParaRPr sz="1700">
              <a:latin typeface="Arial MT"/>
              <a:cs typeface="Arial MT"/>
            </a:endParaRPr>
          </a:p>
          <a:p>
            <a:pPr>
              <a:lnSpc>
                <a:spcPct val="100000"/>
              </a:lnSpc>
              <a:spcBef>
                <a:spcPts val="1245"/>
              </a:spcBef>
            </a:pPr>
            <a:endParaRPr sz="1700">
              <a:latin typeface="Arial MT"/>
              <a:cs typeface="Arial MT"/>
            </a:endParaRPr>
          </a:p>
          <a:p>
            <a:pPr algn="ctr">
              <a:lnSpc>
                <a:spcPct val="100000"/>
              </a:lnSpc>
            </a:pPr>
            <a:r>
              <a:rPr sz="1700" spc="-50" dirty="0">
                <a:solidFill>
                  <a:srgbClr val="191919"/>
                </a:solidFill>
                <a:latin typeface="Arial MT"/>
                <a:cs typeface="Arial MT"/>
              </a:rPr>
              <a:t>2</a:t>
            </a:r>
            <a:endParaRPr sz="1700">
              <a:latin typeface="Arial MT"/>
              <a:cs typeface="Arial MT"/>
            </a:endParaRPr>
          </a:p>
          <a:p>
            <a:pPr>
              <a:lnSpc>
                <a:spcPct val="100000"/>
              </a:lnSpc>
              <a:spcBef>
                <a:spcPts val="1260"/>
              </a:spcBef>
            </a:pPr>
            <a:endParaRPr sz="1700">
              <a:latin typeface="Arial MT"/>
              <a:cs typeface="Arial MT"/>
            </a:endParaRPr>
          </a:p>
          <a:p>
            <a:pPr algn="ctr">
              <a:lnSpc>
                <a:spcPct val="100000"/>
              </a:lnSpc>
              <a:spcBef>
                <a:spcPts val="5"/>
              </a:spcBef>
            </a:pPr>
            <a:r>
              <a:rPr sz="1700" spc="-50" dirty="0">
                <a:solidFill>
                  <a:srgbClr val="191919"/>
                </a:solidFill>
                <a:latin typeface="Arial MT"/>
                <a:cs typeface="Arial MT"/>
              </a:rPr>
              <a:t>3</a:t>
            </a:r>
            <a:endParaRPr sz="1700">
              <a:latin typeface="Arial MT"/>
              <a:cs typeface="Arial MT"/>
            </a:endParaRPr>
          </a:p>
          <a:p>
            <a:pPr>
              <a:lnSpc>
                <a:spcPct val="100000"/>
              </a:lnSpc>
              <a:spcBef>
                <a:spcPts val="1260"/>
              </a:spcBef>
            </a:pPr>
            <a:endParaRPr sz="1700">
              <a:latin typeface="Arial MT"/>
              <a:cs typeface="Arial MT"/>
            </a:endParaRPr>
          </a:p>
          <a:p>
            <a:pPr algn="ctr">
              <a:lnSpc>
                <a:spcPct val="100000"/>
              </a:lnSpc>
            </a:pPr>
            <a:r>
              <a:rPr sz="1700" spc="-50" dirty="0">
                <a:solidFill>
                  <a:srgbClr val="191919"/>
                </a:solidFill>
                <a:latin typeface="Arial MT"/>
                <a:cs typeface="Arial MT"/>
              </a:rPr>
              <a:t>4</a:t>
            </a:r>
            <a:endParaRPr sz="1700">
              <a:latin typeface="Arial MT"/>
              <a:cs typeface="Arial MT"/>
            </a:endParaRPr>
          </a:p>
          <a:p>
            <a:pPr>
              <a:lnSpc>
                <a:spcPct val="100000"/>
              </a:lnSpc>
              <a:spcBef>
                <a:spcPts val="1260"/>
              </a:spcBef>
            </a:pPr>
            <a:endParaRPr sz="1700">
              <a:latin typeface="Arial MT"/>
              <a:cs typeface="Arial MT"/>
            </a:endParaRPr>
          </a:p>
          <a:p>
            <a:pPr algn="ctr">
              <a:lnSpc>
                <a:spcPct val="100000"/>
              </a:lnSpc>
            </a:pPr>
            <a:r>
              <a:rPr sz="1700" spc="-50" dirty="0">
                <a:solidFill>
                  <a:srgbClr val="191919"/>
                </a:solidFill>
                <a:latin typeface="Arial MT"/>
                <a:cs typeface="Arial MT"/>
              </a:rPr>
              <a:t>5</a:t>
            </a:r>
            <a:endParaRPr sz="1700">
              <a:latin typeface="Arial MT"/>
              <a:cs typeface="Arial MT"/>
            </a:endParaRPr>
          </a:p>
          <a:p>
            <a:pPr>
              <a:lnSpc>
                <a:spcPct val="100000"/>
              </a:lnSpc>
              <a:spcBef>
                <a:spcPts val="1265"/>
              </a:spcBef>
            </a:pPr>
            <a:endParaRPr sz="1700">
              <a:latin typeface="Arial MT"/>
              <a:cs typeface="Arial MT"/>
            </a:endParaRPr>
          </a:p>
          <a:p>
            <a:pPr algn="ctr">
              <a:lnSpc>
                <a:spcPct val="100000"/>
              </a:lnSpc>
            </a:pPr>
            <a:r>
              <a:rPr sz="1700" spc="-50" dirty="0">
                <a:solidFill>
                  <a:srgbClr val="191919"/>
                </a:solidFill>
                <a:latin typeface="Arial MT"/>
                <a:cs typeface="Arial MT"/>
              </a:rPr>
              <a:t>6</a:t>
            </a:r>
            <a:endParaRPr sz="1700">
              <a:latin typeface="Arial MT"/>
              <a:cs typeface="Arial MT"/>
            </a:endParaRPr>
          </a:p>
          <a:p>
            <a:pPr>
              <a:lnSpc>
                <a:spcPct val="100000"/>
              </a:lnSpc>
              <a:spcBef>
                <a:spcPts val="1260"/>
              </a:spcBef>
            </a:pPr>
            <a:endParaRPr sz="1700">
              <a:latin typeface="Arial MT"/>
              <a:cs typeface="Arial MT"/>
            </a:endParaRPr>
          </a:p>
          <a:p>
            <a:pPr algn="ctr">
              <a:lnSpc>
                <a:spcPct val="100000"/>
              </a:lnSpc>
            </a:pPr>
            <a:r>
              <a:rPr sz="1700" spc="-50" dirty="0">
                <a:solidFill>
                  <a:srgbClr val="191919"/>
                </a:solidFill>
                <a:latin typeface="Arial MT"/>
                <a:cs typeface="Arial MT"/>
              </a:rPr>
              <a:t>7</a:t>
            </a:r>
            <a:endParaRPr sz="1700">
              <a:latin typeface="Arial MT"/>
              <a:cs typeface="Arial MT"/>
            </a:endParaRPr>
          </a:p>
          <a:p>
            <a:pPr>
              <a:lnSpc>
                <a:spcPct val="100000"/>
              </a:lnSpc>
            </a:pPr>
            <a:endParaRPr sz="1700">
              <a:latin typeface="Arial MT"/>
              <a:cs typeface="Arial MT"/>
            </a:endParaRPr>
          </a:p>
          <a:p>
            <a:pPr>
              <a:lnSpc>
                <a:spcPct val="100000"/>
              </a:lnSpc>
              <a:spcBef>
                <a:spcPts val="420"/>
              </a:spcBef>
            </a:pPr>
            <a:endParaRPr sz="1700">
              <a:latin typeface="Arial MT"/>
              <a:cs typeface="Arial MT"/>
            </a:endParaRPr>
          </a:p>
          <a:p>
            <a:pPr algn="ctr">
              <a:lnSpc>
                <a:spcPct val="100000"/>
              </a:lnSpc>
              <a:spcBef>
                <a:spcPts val="5"/>
              </a:spcBef>
            </a:pPr>
            <a:r>
              <a:rPr sz="2400" b="1" spc="-20" dirty="0">
                <a:solidFill>
                  <a:srgbClr val="002060"/>
                </a:solidFill>
                <a:latin typeface="Arial" panose="020B0704020202020204"/>
                <a:cs typeface="Arial" panose="020B0704020202020204"/>
              </a:rPr>
              <a:t>8(B)</a:t>
            </a:r>
            <a:endParaRPr sz="2400">
              <a:latin typeface="Arial" panose="020B0704020202020204"/>
              <a:cs typeface="Arial" panose="020B0704020202020204"/>
            </a:endParaRPr>
          </a:p>
          <a:p>
            <a:pPr>
              <a:lnSpc>
                <a:spcPct val="100000"/>
              </a:lnSpc>
              <a:spcBef>
                <a:spcPts val="1960"/>
              </a:spcBef>
            </a:pPr>
            <a:endParaRPr sz="2400">
              <a:latin typeface="Arial" panose="020B0704020202020204"/>
              <a:cs typeface="Arial" panose="020B0704020202020204"/>
            </a:endParaRPr>
          </a:p>
          <a:p>
            <a:pPr algn="ctr">
              <a:lnSpc>
                <a:spcPct val="100000"/>
              </a:lnSpc>
            </a:pPr>
            <a:r>
              <a:rPr sz="1700" spc="-50" dirty="0">
                <a:solidFill>
                  <a:srgbClr val="191919"/>
                </a:solidFill>
                <a:latin typeface="Arial MT"/>
                <a:cs typeface="Arial MT"/>
              </a:rPr>
              <a:t>9</a:t>
            </a:r>
            <a:endParaRPr sz="1700">
              <a:latin typeface="Arial MT"/>
              <a:cs typeface="Arial MT"/>
            </a:endParaRPr>
          </a:p>
        </p:txBody>
      </p:sp>
      <p:pic>
        <p:nvPicPr>
          <p:cNvPr id="12" name="object 12"/>
          <p:cNvPicPr/>
          <p:nvPr/>
        </p:nvPicPr>
        <p:blipFill>
          <a:blip r:embed="rId1" cstate="print"/>
          <a:stretch>
            <a:fillRect/>
          </a:stretch>
        </p:blipFill>
        <p:spPr>
          <a:xfrm>
            <a:off x="16313419" y="1028700"/>
            <a:ext cx="945879" cy="236469"/>
          </a:xfrm>
          <a:prstGeom prst="rect">
            <a:avLst/>
          </a:prstGeom>
        </p:spPr>
      </p:pic>
      <p:sp>
        <p:nvSpPr>
          <p:cNvPr id="13" name="object 13"/>
          <p:cNvSpPr/>
          <p:nvPr/>
        </p:nvSpPr>
        <p:spPr>
          <a:xfrm>
            <a:off x="17170669" y="1996152"/>
            <a:ext cx="1117600" cy="6645275"/>
          </a:xfrm>
          <a:custGeom>
            <a:avLst/>
            <a:gdLst/>
            <a:ahLst/>
            <a:cxnLst/>
            <a:rect l="l" t="t" r="r" b="b"/>
            <a:pathLst>
              <a:path w="1117600" h="6645275">
                <a:moveTo>
                  <a:pt x="1117330" y="0"/>
                </a:moveTo>
                <a:lnTo>
                  <a:pt x="1082016" y="46933"/>
                </a:lnTo>
                <a:lnTo>
                  <a:pt x="1055326" y="83158"/>
                </a:lnTo>
                <a:lnTo>
                  <a:pt x="1028926" y="119608"/>
                </a:lnTo>
                <a:lnTo>
                  <a:pt x="1002818" y="156282"/>
                </a:lnTo>
                <a:lnTo>
                  <a:pt x="977003" y="193177"/>
                </a:lnTo>
                <a:lnTo>
                  <a:pt x="951484" y="230293"/>
                </a:lnTo>
                <a:lnTo>
                  <a:pt x="926261" y="267628"/>
                </a:lnTo>
                <a:lnTo>
                  <a:pt x="901337" y="305179"/>
                </a:lnTo>
                <a:lnTo>
                  <a:pt x="876713" y="342945"/>
                </a:lnTo>
                <a:lnTo>
                  <a:pt x="852392" y="380925"/>
                </a:lnTo>
                <a:lnTo>
                  <a:pt x="828373" y="419116"/>
                </a:lnTo>
                <a:lnTo>
                  <a:pt x="804661" y="457518"/>
                </a:lnTo>
                <a:lnTo>
                  <a:pt x="781255" y="496128"/>
                </a:lnTo>
                <a:lnTo>
                  <a:pt x="758158" y="534944"/>
                </a:lnTo>
                <a:lnTo>
                  <a:pt x="735372" y="573965"/>
                </a:lnTo>
                <a:lnTo>
                  <a:pt x="712898" y="613190"/>
                </a:lnTo>
                <a:lnTo>
                  <a:pt x="690738" y="652616"/>
                </a:lnTo>
                <a:lnTo>
                  <a:pt x="668893" y="692241"/>
                </a:lnTo>
                <a:lnTo>
                  <a:pt x="647366" y="732065"/>
                </a:lnTo>
                <a:lnTo>
                  <a:pt x="626158" y="772086"/>
                </a:lnTo>
                <a:lnTo>
                  <a:pt x="605271" y="812300"/>
                </a:lnTo>
                <a:lnTo>
                  <a:pt x="584705" y="852708"/>
                </a:lnTo>
                <a:lnTo>
                  <a:pt x="564465" y="893307"/>
                </a:lnTo>
                <a:lnTo>
                  <a:pt x="544549" y="934096"/>
                </a:lnTo>
                <a:lnTo>
                  <a:pt x="524962" y="975073"/>
                </a:lnTo>
                <a:lnTo>
                  <a:pt x="505704" y="1016235"/>
                </a:lnTo>
                <a:lnTo>
                  <a:pt x="486776" y="1057583"/>
                </a:lnTo>
                <a:lnTo>
                  <a:pt x="468181" y="1099112"/>
                </a:lnTo>
                <a:lnTo>
                  <a:pt x="449921" y="1140823"/>
                </a:lnTo>
                <a:lnTo>
                  <a:pt x="431997" y="1182714"/>
                </a:lnTo>
                <a:lnTo>
                  <a:pt x="414410" y="1224782"/>
                </a:lnTo>
                <a:lnTo>
                  <a:pt x="397163" y="1267026"/>
                </a:lnTo>
                <a:lnTo>
                  <a:pt x="380257" y="1309444"/>
                </a:lnTo>
                <a:lnTo>
                  <a:pt x="363694" y="1352034"/>
                </a:lnTo>
                <a:lnTo>
                  <a:pt x="347475" y="1394796"/>
                </a:lnTo>
                <a:lnTo>
                  <a:pt x="331603" y="1437727"/>
                </a:lnTo>
                <a:lnTo>
                  <a:pt x="316079" y="1480825"/>
                </a:lnTo>
                <a:lnTo>
                  <a:pt x="300904" y="1524088"/>
                </a:lnTo>
                <a:lnTo>
                  <a:pt x="286081" y="1567516"/>
                </a:lnTo>
                <a:lnTo>
                  <a:pt x="271611" y="1611106"/>
                </a:lnTo>
                <a:lnTo>
                  <a:pt x="257495" y="1654857"/>
                </a:lnTo>
                <a:lnTo>
                  <a:pt x="243736" y="1698767"/>
                </a:lnTo>
                <a:lnTo>
                  <a:pt x="230336" y="1742833"/>
                </a:lnTo>
                <a:lnTo>
                  <a:pt x="217295" y="1787056"/>
                </a:lnTo>
                <a:lnTo>
                  <a:pt x="204616" y="1831432"/>
                </a:lnTo>
                <a:lnTo>
                  <a:pt x="192300" y="1875960"/>
                </a:lnTo>
                <a:lnTo>
                  <a:pt x="180349" y="1920639"/>
                </a:lnTo>
                <a:lnTo>
                  <a:pt x="168765" y="1965466"/>
                </a:lnTo>
                <a:lnTo>
                  <a:pt x="157549" y="2010440"/>
                </a:lnTo>
                <a:lnTo>
                  <a:pt x="146703" y="2055560"/>
                </a:lnTo>
                <a:lnTo>
                  <a:pt x="136230" y="2100823"/>
                </a:lnTo>
                <a:lnTo>
                  <a:pt x="126129" y="2146228"/>
                </a:lnTo>
                <a:lnTo>
                  <a:pt x="116404" y="2191773"/>
                </a:lnTo>
                <a:lnTo>
                  <a:pt x="107056" y="2237457"/>
                </a:lnTo>
                <a:lnTo>
                  <a:pt x="98087" y="2283277"/>
                </a:lnTo>
                <a:lnTo>
                  <a:pt x="89498" y="2329232"/>
                </a:lnTo>
                <a:lnTo>
                  <a:pt x="81290" y="2375321"/>
                </a:lnTo>
                <a:lnTo>
                  <a:pt x="73467" y="2421542"/>
                </a:lnTo>
                <a:lnTo>
                  <a:pt x="66029" y="2467892"/>
                </a:lnTo>
                <a:lnTo>
                  <a:pt x="58978" y="2514371"/>
                </a:lnTo>
                <a:lnTo>
                  <a:pt x="52316" y="2560976"/>
                </a:lnTo>
                <a:lnTo>
                  <a:pt x="46045" y="2607706"/>
                </a:lnTo>
                <a:lnTo>
                  <a:pt x="40166" y="2654559"/>
                </a:lnTo>
                <a:lnTo>
                  <a:pt x="34681" y="2701534"/>
                </a:lnTo>
                <a:lnTo>
                  <a:pt x="29591" y="2748628"/>
                </a:lnTo>
                <a:lnTo>
                  <a:pt x="24899" y="2795841"/>
                </a:lnTo>
                <a:lnTo>
                  <a:pt x="20606" y="2843169"/>
                </a:lnTo>
                <a:lnTo>
                  <a:pt x="16714" y="2890613"/>
                </a:lnTo>
                <a:lnTo>
                  <a:pt x="13224" y="2938169"/>
                </a:lnTo>
                <a:lnTo>
                  <a:pt x="10138" y="2985836"/>
                </a:lnTo>
                <a:lnTo>
                  <a:pt x="7459" y="3033613"/>
                </a:lnTo>
                <a:lnTo>
                  <a:pt x="5187" y="3081498"/>
                </a:lnTo>
                <a:lnTo>
                  <a:pt x="3324" y="3129489"/>
                </a:lnTo>
                <a:lnTo>
                  <a:pt x="1872" y="3177584"/>
                </a:lnTo>
                <a:lnTo>
                  <a:pt x="833" y="3225782"/>
                </a:lnTo>
                <a:lnTo>
                  <a:pt x="208" y="3274081"/>
                </a:lnTo>
                <a:lnTo>
                  <a:pt x="0" y="3322479"/>
                </a:lnTo>
                <a:lnTo>
                  <a:pt x="208" y="3370878"/>
                </a:lnTo>
                <a:lnTo>
                  <a:pt x="833" y="3419176"/>
                </a:lnTo>
                <a:lnTo>
                  <a:pt x="1872" y="3467374"/>
                </a:lnTo>
                <a:lnTo>
                  <a:pt x="3324" y="3515470"/>
                </a:lnTo>
                <a:lnTo>
                  <a:pt x="5187" y="3563461"/>
                </a:lnTo>
                <a:lnTo>
                  <a:pt x="7459" y="3611345"/>
                </a:lnTo>
                <a:lnTo>
                  <a:pt x="10138" y="3659122"/>
                </a:lnTo>
                <a:lnTo>
                  <a:pt x="13224" y="3706790"/>
                </a:lnTo>
                <a:lnTo>
                  <a:pt x="16714" y="3754346"/>
                </a:lnTo>
                <a:lnTo>
                  <a:pt x="20606" y="3801789"/>
                </a:lnTo>
                <a:lnTo>
                  <a:pt x="24899" y="3849118"/>
                </a:lnTo>
                <a:lnTo>
                  <a:pt x="29591" y="3896330"/>
                </a:lnTo>
                <a:lnTo>
                  <a:pt x="34681" y="3943425"/>
                </a:lnTo>
                <a:lnTo>
                  <a:pt x="40166" y="3990399"/>
                </a:lnTo>
                <a:lnTo>
                  <a:pt x="46045" y="4037253"/>
                </a:lnTo>
                <a:lnTo>
                  <a:pt x="52316" y="4083983"/>
                </a:lnTo>
                <a:lnTo>
                  <a:pt x="58978" y="4130588"/>
                </a:lnTo>
                <a:lnTo>
                  <a:pt x="66029" y="4177066"/>
                </a:lnTo>
                <a:lnTo>
                  <a:pt x="73467" y="4223417"/>
                </a:lnTo>
                <a:lnTo>
                  <a:pt x="81290" y="4269637"/>
                </a:lnTo>
                <a:lnTo>
                  <a:pt x="89498" y="4315726"/>
                </a:lnTo>
                <a:lnTo>
                  <a:pt x="98087" y="4361682"/>
                </a:lnTo>
                <a:lnTo>
                  <a:pt x="107056" y="4407502"/>
                </a:lnTo>
                <a:lnTo>
                  <a:pt x="116404" y="4453186"/>
                </a:lnTo>
                <a:lnTo>
                  <a:pt x="126129" y="4498731"/>
                </a:lnTo>
                <a:lnTo>
                  <a:pt x="136230" y="4544136"/>
                </a:lnTo>
                <a:lnTo>
                  <a:pt x="146703" y="4589399"/>
                </a:lnTo>
                <a:lnTo>
                  <a:pt x="157549" y="4634519"/>
                </a:lnTo>
                <a:lnTo>
                  <a:pt x="168765" y="4679493"/>
                </a:lnTo>
                <a:lnTo>
                  <a:pt x="180349" y="4724320"/>
                </a:lnTo>
                <a:lnTo>
                  <a:pt x="192300" y="4768999"/>
                </a:lnTo>
                <a:lnTo>
                  <a:pt x="204616" y="4813527"/>
                </a:lnTo>
                <a:lnTo>
                  <a:pt x="217295" y="4857903"/>
                </a:lnTo>
                <a:lnTo>
                  <a:pt x="230336" y="4902125"/>
                </a:lnTo>
                <a:lnTo>
                  <a:pt x="243736" y="4946192"/>
                </a:lnTo>
                <a:lnTo>
                  <a:pt x="257495" y="4990102"/>
                </a:lnTo>
                <a:lnTo>
                  <a:pt x="271611" y="5033852"/>
                </a:lnTo>
                <a:lnTo>
                  <a:pt x="286081" y="5077443"/>
                </a:lnTo>
                <a:lnTo>
                  <a:pt x="300904" y="5120870"/>
                </a:lnTo>
                <a:lnTo>
                  <a:pt x="316079" y="5164134"/>
                </a:lnTo>
                <a:lnTo>
                  <a:pt x="331603" y="5207232"/>
                </a:lnTo>
                <a:lnTo>
                  <a:pt x="347475" y="5250163"/>
                </a:lnTo>
                <a:lnTo>
                  <a:pt x="363694" y="5292924"/>
                </a:lnTo>
                <a:lnTo>
                  <a:pt x="380257" y="5335515"/>
                </a:lnTo>
                <a:lnTo>
                  <a:pt x="397163" y="5377933"/>
                </a:lnTo>
                <a:lnTo>
                  <a:pt x="414410" y="5420177"/>
                </a:lnTo>
                <a:lnTo>
                  <a:pt x="431997" y="5462245"/>
                </a:lnTo>
                <a:lnTo>
                  <a:pt x="449921" y="5504135"/>
                </a:lnTo>
                <a:lnTo>
                  <a:pt x="468181" y="5545846"/>
                </a:lnTo>
                <a:lnTo>
                  <a:pt x="486776" y="5587376"/>
                </a:lnTo>
                <a:lnTo>
                  <a:pt x="505704" y="5628723"/>
                </a:lnTo>
                <a:lnTo>
                  <a:pt x="524962" y="5669886"/>
                </a:lnTo>
                <a:lnTo>
                  <a:pt x="544549" y="5710863"/>
                </a:lnTo>
                <a:lnTo>
                  <a:pt x="564465" y="5751651"/>
                </a:lnTo>
                <a:lnTo>
                  <a:pt x="584705" y="5792250"/>
                </a:lnTo>
                <a:lnTo>
                  <a:pt x="605271" y="5832658"/>
                </a:lnTo>
                <a:lnTo>
                  <a:pt x="626158" y="5872873"/>
                </a:lnTo>
                <a:lnTo>
                  <a:pt x="647366" y="5912893"/>
                </a:lnTo>
                <a:lnTo>
                  <a:pt x="668893" y="5952717"/>
                </a:lnTo>
                <a:lnTo>
                  <a:pt x="690738" y="5992343"/>
                </a:lnTo>
                <a:lnTo>
                  <a:pt x="712898" y="6031769"/>
                </a:lnTo>
                <a:lnTo>
                  <a:pt x="735372" y="6070993"/>
                </a:lnTo>
                <a:lnTo>
                  <a:pt x="758158" y="6110015"/>
                </a:lnTo>
                <a:lnTo>
                  <a:pt x="781255" y="6148831"/>
                </a:lnTo>
                <a:lnTo>
                  <a:pt x="804661" y="6187441"/>
                </a:lnTo>
                <a:lnTo>
                  <a:pt x="828373" y="6225842"/>
                </a:lnTo>
                <a:lnTo>
                  <a:pt x="852392" y="6264034"/>
                </a:lnTo>
                <a:lnTo>
                  <a:pt x="876713" y="6302014"/>
                </a:lnTo>
                <a:lnTo>
                  <a:pt x="901337" y="6339780"/>
                </a:lnTo>
                <a:lnTo>
                  <a:pt x="926261" y="6377331"/>
                </a:lnTo>
                <a:lnTo>
                  <a:pt x="951484" y="6414666"/>
                </a:lnTo>
                <a:lnTo>
                  <a:pt x="977003" y="6451782"/>
                </a:lnTo>
                <a:lnTo>
                  <a:pt x="1002818" y="6488677"/>
                </a:lnTo>
                <a:lnTo>
                  <a:pt x="1028926" y="6525351"/>
                </a:lnTo>
                <a:lnTo>
                  <a:pt x="1055326" y="6561801"/>
                </a:lnTo>
                <a:lnTo>
                  <a:pt x="1082016" y="6598026"/>
                </a:lnTo>
                <a:lnTo>
                  <a:pt x="1108994" y="6634024"/>
                </a:lnTo>
                <a:lnTo>
                  <a:pt x="1117330" y="6644959"/>
                </a:lnTo>
              </a:path>
            </a:pathLst>
          </a:custGeom>
          <a:ln w="514349">
            <a:solidFill>
              <a:srgbClr val="FC6220"/>
            </a:solidFill>
          </a:ln>
        </p:spPr>
        <p:txBody>
          <a:bodyPr wrap="square" lIns="0" tIns="0" rIns="0" bIns="0" rtlCol="0"/>
          <a:lstStyle/>
          <a:p/>
        </p:txBody>
      </p:sp>
      <p:sp>
        <p:nvSpPr>
          <p:cNvPr id="14" name="object 14" descr="$PPTXTitle"/>
          <p:cNvSpPr txBox="1">
            <a:spLocks noGrp="1"/>
          </p:cNvSpPr>
          <p:nvPr>
            <p:ph type="title"/>
          </p:nvPr>
        </p:nvSpPr>
        <p:spPr>
          <a:prstGeom prst="rect">
            <a:avLst/>
          </a:prstGeom>
        </p:spPr>
        <p:txBody>
          <a:bodyPr vert="horz" wrap="square" lIns="0" tIns="65106" rIns="0" bIns="0" rtlCol="0">
            <a:spAutoFit/>
          </a:bodyPr>
          <a:lstStyle/>
          <a:p>
            <a:pPr marL="353695">
              <a:lnSpc>
                <a:spcPct val="100000"/>
              </a:lnSpc>
              <a:spcBef>
                <a:spcPts val="100"/>
              </a:spcBef>
            </a:pPr>
            <a:r>
              <a:rPr spc="-40" dirty="0"/>
              <a:t>IMPLEMENTATION</a:t>
            </a:r>
            <a:r>
              <a:rPr spc="-229" dirty="0"/>
              <a:t> </a:t>
            </a:r>
            <a:r>
              <a:rPr spc="-10" dirty="0"/>
              <a:t>SCREENSHOTS</a:t>
            </a:r>
            <a:endParaRPr spc="-10" dirty="0"/>
          </a:p>
        </p:txBody>
      </p:sp>
      <p:pic>
        <p:nvPicPr>
          <p:cNvPr id="16" name="Picture 15" descr="Screenshot 2026-05-01 at 11.10.29 AM"/>
          <p:cNvPicPr>
            <a:picLocks noChangeAspect="1"/>
          </p:cNvPicPr>
          <p:nvPr/>
        </p:nvPicPr>
        <p:blipFill>
          <a:blip r:embed="rId2"/>
          <a:stretch>
            <a:fillRect/>
          </a:stretch>
        </p:blipFill>
        <p:spPr>
          <a:xfrm>
            <a:off x="2463165" y="1640840"/>
            <a:ext cx="12974320" cy="64541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5587" y="6653893"/>
            <a:ext cx="992505" cy="992505"/>
          </a:xfrm>
          <a:custGeom>
            <a:avLst/>
            <a:gdLst/>
            <a:ahLst/>
            <a:cxnLst/>
            <a:rect l="l" t="t" r="r" b="b"/>
            <a:pathLst>
              <a:path w="992505" h="992504">
                <a:moveTo>
                  <a:pt x="496231" y="992463"/>
                </a:moveTo>
                <a:lnTo>
                  <a:pt x="448440" y="990191"/>
                </a:lnTo>
                <a:lnTo>
                  <a:pt x="401935" y="983515"/>
                </a:lnTo>
                <a:lnTo>
                  <a:pt x="356923" y="972642"/>
                </a:lnTo>
                <a:lnTo>
                  <a:pt x="313613" y="957781"/>
                </a:lnTo>
                <a:lnTo>
                  <a:pt x="272211" y="939139"/>
                </a:lnTo>
                <a:lnTo>
                  <a:pt x="232926" y="916924"/>
                </a:lnTo>
                <a:lnTo>
                  <a:pt x="195967" y="891344"/>
                </a:lnTo>
                <a:lnTo>
                  <a:pt x="161540" y="862607"/>
                </a:lnTo>
                <a:lnTo>
                  <a:pt x="129855" y="830922"/>
                </a:lnTo>
                <a:lnTo>
                  <a:pt x="101118" y="796495"/>
                </a:lnTo>
                <a:lnTo>
                  <a:pt x="75539" y="759536"/>
                </a:lnTo>
                <a:lnTo>
                  <a:pt x="53324" y="720252"/>
                </a:lnTo>
                <a:lnTo>
                  <a:pt x="34682" y="678850"/>
                </a:lnTo>
                <a:lnTo>
                  <a:pt x="19820" y="635539"/>
                </a:lnTo>
                <a:lnTo>
                  <a:pt x="8947" y="590527"/>
                </a:lnTo>
                <a:lnTo>
                  <a:pt x="2271" y="544022"/>
                </a:lnTo>
                <a:lnTo>
                  <a:pt x="0" y="496231"/>
                </a:lnTo>
                <a:lnTo>
                  <a:pt x="2271" y="448441"/>
                </a:lnTo>
                <a:lnTo>
                  <a:pt x="8947" y="401936"/>
                </a:lnTo>
                <a:lnTo>
                  <a:pt x="19820" y="356924"/>
                </a:lnTo>
                <a:lnTo>
                  <a:pt x="34682" y="313613"/>
                </a:lnTo>
                <a:lnTo>
                  <a:pt x="53324" y="272211"/>
                </a:lnTo>
                <a:lnTo>
                  <a:pt x="75539" y="232927"/>
                </a:lnTo>
                <a:lnTo>
                  <a:pt x="101118" y="195967"/>
                </a:lnTo>
                <a:lnTo>
                  <a:pt x="129855" y="161541"/>
                </a:lnTo>
                <a:lnTo>
                  <a:pt x="161540" y="129855"/>
                </a:lnTo>
                <a:lnTo>
                  <a:pt x="195967" y="101119"/>
                </a:lnTo>
                <a:lnTo>
                  <a:pt x="232926" y="75539"/>
                </a:lnTo>
                <a:lnTo>
                  <a:pt x="272211" y="53324"/>
                </a:lnTo>
                <a:lnTo>
                  <a:pt x="313613" y="34682"/>
                </a:lnTo>
                <a:lnTo>
                  <a:pt x="356923" y="19820"/>
                </a:lnTo>
                <a:lnTo>
                  <a:pt x="401935" y="8947"/>
                </a:lnTo>
                <a:lnTo>
                  <a:pt x="448440" y="2271"/>
                </a:lnTo>
                <a:lnTo>
                  <a:pt x="496231" y="0"/>
                </a:lnTo>
                <a:lnTo>
                  <a:pt x="544021" y="2271"/>
                </a:lnTo>
                <a:lnTo>
                  <a:pt x="590527" y="8947"/>
                </a:lnTo>
                <a:lnTo>
                  <a:pt x="635539" y="19820"/>
                </a:lnTo>
                <a:lnTo>
                  <a:pt x="678849" y="34682"/>
                </a:lnTo>
                <a:lnTo>
                  <a:pt x="720251" y="53324"/>
                </a:lnTo>
                <a:lnTo>
                  <a:pt x="759536" y="75539"/>
                </a:lnTo>
                <a:lnTo>
                  <a:pt x="796495" y="101119"/>
                </a:lnTo>
                <a:lnTo>
                  <a:pt x="830921" y="129855"/>
                </a:lnTo>
                <a:lnTo>
                  <a:pt x="862607" y="161541"/>
                </a:lnTo>
                <a:lnTo>
                  <a:pt x="891344" y="195967"/>
                </a:lnTo>
                <a:lnTo>
                  <a:pt x="916923" y="232927"/>
                </a:lnTo>
                <a:lnTo>
                  <a:pt x="939138" y="272211"/>
                </a:lnTo>
                <a:lnTo>
                  <a:pt x="957780" y="313613"/>
                </a:lnTo>
                <a:lnTo>
                  <a:pt x="972642" y="356924"/>
                </a:lnTo>
                <a:lnTo>
                  <a:pt x="983515" y="401936"/>
                </a:lnTo>
                <a:lnTo>
                  <a:pt x="990191" y="448441"/>
                </a:lnTo>
                <a:lnTo>
                  <a:pt x="992462" y="496231"/>
                </a:lnTo>
                <a:lnTo>
                  <a:pt x="990191" y="544022"/>
                </a:lnTo>
                <a:lnTo>
                  <a:pt x="983515" y="590527"/>
                </a:lnTo>
                <a:lnTo>
                  <a:pt x="972642" y="635539"/>
                </a:lnTo>
                <a:lnTo>
                  <a:pt x="957780" y="678850"/>
                </a:lnTo>
                <a:lnTo>
                  <a:pt x="939138" y="720252"/>
                </a:lnTo>
                <a:lnTo>
                  <a:pt x="916923" y="759536"/>
                </a:lnTo>
                <a:lnTo>
                  <a:pt x="891344" y="796495"/>
                </a:lnTo>
                <a:lnTo>
                  <a:pt x="862607" y="830922"/>
                </a:lnTo>
                <a:lnTo>
                  <a:pt x="830921" y="862607"/>
                </a:lnTo>
                <a:lnTo>
                  <a:pt x="796495" y="891344"/>
                </a:lnTo>
                <a:lnTo>
                  <a:pt x="759536" y="916924"/>
                </a:lnTo>
                <a:lnTo>
                  <a:pt x="720251" y="939139"/>
                </a:lnTo>
                <a:lnTo>
                  <a:pt x="678849" y="957781"/>
                </a:lnTo>
                <a:lnTo>
                  <a:pt x="635539" y="972642"/>
                </a:lnTo>
                <a:lnTo>
                  <a:pt x="590527" y="983515"/>
                </a:lnTo>
                <a:lnTo>
                  <a:pt x="544021" y="990191"/>
                </a:lnTo>
                <a:lnTo>
                  <a:pt x="496231" y="992463"/>
                </a:lnTo>
                <a:close/>
              </a:path>
            </a:pathLst>
          </a:custGeom>
          <a:solidFill>
            <a:srgbClr val="FC6220"/>
          </a:solidFill>
        </p:spPr>
        <p:txBody>
          <a:bodyPr wrap="square" lIns="0" tIns="0" rIns="0" bIns="0" rtlCol="0"/>
          <a:lstStyle/>
          <a:p/>
        </p:txBody>
      </p:sp>
      <p:sp>
        <p:nvSpPr>
          <p:cNvPr id="3" name="object 3"/>
          <p:cNvSpPr/>
          <p:nvPr/>
        </p:nvSpPr>
        <p:spPr>
          <a:xfrm>
            <a:off x="977740" y="3315742"/>
            <a:ext cx="508634" cy="544195"/>
          </a:xfrm>
          <a:custGeom>
            <a:avLst/>
            <a:gdLst/>
            <a:ahLst/>
            <a:cxnLst/>
            <a:rect l="l" t="t" r="r" b="b"/>
            <a:pathLst>
              <a:path w="508634" h="544195">
                <a:moveTo>
                  <a:pt x="254078" y="0"/>
                </a:moveTo>
                <a:lnTo>
                  <a:pt x="208407" y="4380"/>
                </a:lnTo>
                <a:lnTo>
                  <a:pt x="165422" y="17010"/>
                </a:lnTo>
                <a:lnTo>
                  <a:pt x="125840" y="37122"/>
                </a:lnTo>
                <a:lnTo>
                  <a:pt x="90379" y="63947"/>
                </a:lnTo>
                <a:lnTo>
                  <a:pt x="59756" y="96719"/>
                </a:lnTo>
                <a:lnTo>
                  <a:pt x="34689" y="134667"/>
                </a:lnTo>
                <a:lnTo>
                  <a:pt x="15895" y="177026"/>
                </a:lnTo>
                <a:lnTo>
                  <a:pt x="4093" y="223027"/>
                </a:lnTo>
                <a:lnTo>
                  <a:pt x="0" y="271901"/>
                </a:lnTo>
                <a:lnTo>
                  <a:pt x="4093" y="320776"/>
                </a:lnTo>
                <a:lnTo>
                  <a:pt x="15895" y="366777"/>
                </a:lnTo>
                <a:lnTo>
                  <a:pt x="34689" y="409136"/>
                </a:lnTo>
                <a:lnTo>
                  <a:pt x="59756" y="447085"/>
                </a:lnTo>
                <a:lnTo>
                  <a:pt x="90379" y="479856"/>
                </a:lnTo>
                <a:lnTo>
                  <a:pt x="125840" y="506681"/>
                </a:lnTo>
                <a:lnTo>
                  <a:pt x="165422" y="526793"/>
                </a:lnTo>
                <a:lnTo>
                  <a:pt x="208407" y="539424"/>
                </a:lnTo>
                <a:lnTo>
                  <a:pt x="254078" y="543804"/>
                </a:lnTo>
                <a:lnTo>
                  <a:pt x="299750" y="539424"/>
                </a:lnTo>
                <a:lnTo>
                  <a:pt x="342735" y="526793"/>
                </a:lnTo>
                <a:lnTo>
                  <a:pt x="382317" y="506681"/>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7"/>
                </a:lnTo>
                <a:lnTo>
                  <a:pt x="448401" y="96719"/>
                </a:lnTo>
                <a:lnTo>
                  <a:pt x="417778" y="63947"/>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4" name="object 4"/>
          <p:cNvSpPr/>
          <p:nvPr/>
        </p:nvSpPr>
        <p:spPr>
          <a:xfrm>
            <a:off x="977740" y="1982348"/>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5" name="object 5"/>
          <p:cNvSpPr/>
          <p:nvPr/>
        </p:nvSpPr>
        <p:spPr>
          <a:xfrm>
            <a:off x="977740" y="398337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6" name="object 6"/>
          <p:cNvSpPr/>
          <p:nvPr/>
        </p:nvSpPr>
        <p:spPr>
          <a:xfrm>
            <a:off x="977740" y="2648112"/>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7" name="object 7"/>
          <p:cNvSpPr/>
          <p:nvPr/>
        </p:nvSpPr>
        <p:spPr>
          <a:xfrm>
            <a:off x="977740" y="531863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8" name="object 8"/>
          <p:cNvSpPr/>
          <p:nvPr/>
        </p:nvSpPr>
        <p:spPr>
          <a:xfrm>
            <a:off x="977740" y="465100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9" name="object 9"/>
          <p:cNvSpPr/>
          <p:nvPr/>
        </p:nvSpPr>
        <p:spPr>
          <a:xfrm>
            <a:off x="977740" y="5986264"/>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0" name="object 10"/>
          <p:cNvSpPr/>
          <p:nvPr/>
        </p:nvSpPr>
        <p:spPr>
          <a:xfrm>
            <a:off x="977740" y="7760845"/>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7"/>
                </a:lnTo>
                <a:lnTo>
                  <a:pt x="4093" y="223027"/>
                </a:lnTo>
                <a:lnTo>
                  <a:pt x="0" y="271902"/>
                </a:lnTo>
                <a:lnTo>
                  <a:pt x="4093" y="320777"/>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7"/>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1" name="object 11"/>
          <p:cNvSpPr txBox="1"/>
          <p:nvPr/>
        </p:nvSpPr>
        <p:spPr>
          <a:xfrm>
            <a:off x="922802" y="2094442"/>
            <a:ext cx="618490" cy="6062980"/>
          </a:xfrm>
          <a:prstGeom prst="rect">
            <a:avLst/>
          </a:prstGeom>
        </p:spPr>
        <p:txBody>
          <a:bodyPr vert="horz" wrap="square" lIns="0" tIns="12700" rIns="0" bIns="0" rtlCol="0">
            <a:spAutoFit/>
          </a:bodyPr>
          <a:lstStyle/>
          <a:p>
            <a:pPr algn="ctr">
              <a:lnSpc>
                <a:spcPct val="100000"/>
              </a:lnSpc>
              <a:spcBef>
                <a:spcPts val="100"/>
              </a:spcBef>
            </a:pPr>
            <a:r>
              <a:rPr sz="1700" spc="-50" dirty="0">
                <a:solidFill>
                  <a:srgbClr val="191919"/>
                </a:solidFill>
                <a:latin typeface="Arial MT"/>
                <a:cs typeface="Arial MT"/>
              </a:rPr>
              <a:t>1</a:t>
            </a:r>
            <a:endParaRPr sz="1700">
              <a:latin typeface="Arial MT"/>
              <a:cs typeface="Arial MT"/>
            </a:endParaRPr>
          </a:p>
          <a:p>
            <a:pPr>
              <a:lnSpc>
                <a:spcPct val="100000"/>
              </a:lnSpc>
              <a:spcBef>
                <a:spcPts val="1245"/>
              </a:spcBef>
            </a:pPr>
            <a:endParaRPr sz="1700">
              <a:latin typeface="Arial MT"/>
              <a:cs typeface="Arial MT"/>
            </a:endParaRPr>
          </a:p>
          <a:p>
            <a:pPr algn="ctr">
              <a:lnSpc>
                <a:spcPct val="100000"/>
              </a:lnSpc>
            </a:pPr>
            <a:r>
              <a:rPr sz="1700" spc="-50" dirty="0">
                <a:solidFill>
                  <a:srgbClr val="191919"/>
                </a:solidFill>
                <a:latin typeface="Arial MT"/>
                <a:cs typeface="Arial MT"/>
              </a:rPr>
              <a:t>2</a:t>
            </a:r>
            <a:endParaRPr sz="1700">
              <a:latin typeface="Arial MT"/>
              <a:cs typeface="Arial MT"/>
            </a:endParaRPr>
          </a:p>
          <a:p>
            <a:pPr>
              <a:lnSpc>
                <a:spcPct val="100000"/>
              </a:lnSpc>
              <a:spcBef>
                <a:spcPts val="1260"/>
              </a:spcBef>
            </a:pPr>
            <a:endParaRPr sz="1700">
              <a:latin typeface="Arial MT"/>
              <a:cs typeface="Arial MT"/>
            </a:endParaRPr>
          </a:p>
          <a:p>
            <a:pPr algn="ctr">
              <a:lnSpc>
                <a:spcPct val="100000"/>
              </a:lnSpc>
              <a:spcBef>
                <a:spcPts val="5"/>
              </a:spcBef>
            </a:pPr>
            <a:r>
              <a:rPr sz="1700" spc="-50" dirty="0">
                <a:solidFill>
                  <a:srgbClr val="191919"/>
                </a:solidFill>
                <a:latin typeface="Arial MT"/>
                <a:cs typeface="Arial MT"/>
              </a:rPr>
              <a:t>3</a:t>
            </a:r>
            <a:endParaRPr sz="1700">
              <a:latin typeface="Arial MT"/>
              <a:cs typeface="Arial MT"/>
            </a:endParaRPr>
          </a:p>
          <a:p>
            <a:pPr>
              <a:lnSpc>
                <a:spcPct val="100000"/>
              </a:lnSpc>
              <a:spcBef>
                <a:spcPts val="1260"/>
              </a:spcBef>
            </a:pPr>
            <a:endParaRPr sz="1700">
              <a:latin typeface="Arial MT"/>
              <a:cs typeface="Arial MT"/>
            </a:endParaRPr>
          </a:p>
          <a:p>
            <a:pPr algn="ctr">
              <a:lnSpc>
                <a:spcPct val="100000"/>
              </a:lnSpc>
            </a:pPr>
            <a:r>
              <a:rPr sz="1700" spc="-50" dirty="0">
                <a:solidFill>
                  <a:srgbClr val="191919"/>
                </a:solidFill>
                <a:latin typeface="Arial MT"/>
                <a:cs typeface="Arial MT"/>
              </a:rPr>
              <a:t>4</a:t>
            </a:r>
            <a:endParaRPr sz="1700">
              <a:latin typeface="Arial MT"/>
              <a:cs typeface="Arial MT"/>
            </a:endParaRPr>
          </a:p>
          <a:p>
            <a:pPr>
              <a:lnSpc>
                <a:spcPct val="100000"/>
              </a:lnSpc>
              <a:spcBef>
                <a:spcPts val="1260"/>
              </a:spcBef>
            </a:pPr>
            <a:endParaRPr sz="1700">
              <a:latin typeface="Arial MT"/>
              <a:cs typeface="Arial MT"/>
            </a:endParaRPr>
          </a:p>
          <a:p>
            <a:pPr algn="ctr">
              <a:lnSpc>
                <a:spcPct val="100000"/>
              </a:lnSpc>
            </a:pPr>
            <a:r>
              <a:rPr sz="1700" spc="-50" dirty="0">
                <a:solidFill>
                  <a:srgbClr val="191919"/>
                </a:solidFill>
                <a:latin typeface="Arial MT"/>
                <a:cs typeface="Arial MT"/>
              </a:rPr>
              <a:t>5</a:t>
            </a:r>
            <a:endParaRPr sz="1700">
              <a:latin typeface="Arial MT"/>
              <a:cs typeface="Arial MT"/>
            </a:endParaRPr>
          </a:p>
          <a:p>
            <a:pPr>
              <a:lnSpc>
                <a:spcPct val="100000"/>
              </a:lnSpc>
              <a:spcBef>
                <a:spcPts val="1265"/>
              </a:spcBef>
            </a:pPr>
            <a:endParaRPr sz="1700">
              <a:latin typeface="Arial MT"/>
              <a:cs typeface="Arial MT"/>
            </a:endParaRPr>
          </a:p>
          <a:p>
            <a:pPr algn="ctr">
              <a:lnSpc>
                <a:spcPct val="100000"/>
              </a:lnSpc>
            </a:pPr>
            <a:r>
              <a:rPr sz="1700" spc="-50" dirty="0">
                <a:solidFill>
                  <a:srgbClr val="191919"/>
                </a:solidFill>
                <a:latin typeface="Arial MT"/>
                <a:cs typeface="Arial MT"/>
              </a:rPr>
              <a:t>6</a:t>
            </a:r>
            <a:endParaRPr sz="1700">
              <a:latin typeface="Arial MT"/>
              <a:cs typeface="Arial MT"/>
            </a:endParaRPr>
          </a:p>
          <a:p>
            <a:pPr>
              <a:lnSpc>
                <a:spcPct val="100000"/>
              </a:lnSpc>
              <a:spcBef>
                <a:spcPts val="1260"/>
              </a:spcBef>
            </a:pPr>
            <a:endParaRPr sz="1700">
              <a:latin typeface="Arial MT"/>
              <a:cs typeface="Arial MT"/>
            </a:endParaRPr>
          </a:p>
          <a:p>
            <a:pPr algn="ctr">
              <a:lnSpc>
                <a:spcPct val="100000"/>
              </a:lnSpc>
            </a:pPr>
            <a:r>
              <a:rPr sz="1700" spc="-50" dirty="0">
                <a:solidFill>
                  <a:srgbClr val="191919"/>
                </a:solidFill>
                <a:latin typeface="Arial MT"/>
                <a:cs typeface="Arial MT"/>
              </a:rPr>
              <a:t>7</a:t>
            </a:r>
            <a:endParaRPr sz="1700">
              <a:latin typeface="Arial MT"/>
              <a:cs typeface="Arial MT"/>
            </a:endParaRPr>
          </a:p>
          <a:p>
            <a:pPr>
              <a:lnSpc>
                <a:spcPct val="100000"/>
              </a:lnSpc>
            </a:pPr>
            <a:endParaRPr sz="1700">
              <a:latin typeface="Arial MT"/>
              <a:cs typeface="Arial MT"/>
            </a:endParaRPr>
          </a:p>
          <a:p>
            <a:pPr>
              <a:lnSpc>
                <a:spcPct val="100000"/>
              </a:lnSpc>
              <a:spcBef>
                <a:spcPts val="420"/>
              </a:spcBef>
            </a:pPr>
            <a:endParaRPr sz="1700">
              <a:latin typeface="Arial MT"/>
              <a:cs typeface="Arial MT"/>
            </a:endParaRPr>
          </a:p>
          <a:p>
            <a:pPr algn="ctr">
              <a:lnSpc>
                <a:spcPct val="100000"/>
              </a:lnSpc>
              <a:spcBef>
                <a:spcPts val="5"/>
              </a:spcBef>
            </a:pPr>
            <a:r>
              <a:rPr sz="2400" b="1" spc="-20" dirty="0">
                <a:solidFill>
                  <a:srgbClr val="002060"/>
                </a:solidFill>
                <a:latin typeface="Arial" panose="020B0704020202020204"/>
                <a:cs typeface="Arial" panose="020B0704020202020204"/>
              </a:rPr>
              <a:t>8(C)</a:t>
            </a:r>
            <a:endParaRPr sz="2400">
              <a:latin typeface="Arial" panose="020B0704020202020204"/>
              <a:cs typeface="Arial" panose="020B0704020202020204"/>
            </a:endParaRPr>
          </a:p>
          <a:p>
            <a:pPr>
              <a:lnSpc>
                <a:spcPct val="100000"/>
              </a:lnSpc>
              <a:spcBef>
                <a:spcPts val="1960"/>
              </a:spcBef>
            </a:pPr>
            <a:endParaRPr sz="2400">
              <a:latin typeface="Arial" panose="020B0704020202020204"/>
              <a:cs typeface="Arial" panose="020B0704020202020204"/>
            </a:endParaRPr>
          </a:p>
          <a:p>
            <a:pPr algn="ctr">
              <a:lnSpc>
                <a:spcPct val="100000"/>
              </a:lnSpc>
            </a:pPr>
            <a:r>
              <a:rPr sz="1700" spc="-50" dirty="0">
                <a:solidFill>
                  <a:srgbClr val="191919"/>
                </a:solidFill>
                <a:latin typeface="Arial MT"/>
                <a:cs typeface="Arial MT"/>
              </a:rPr>
              <a:t>9</a:t>
            </a:r>
            <a:endParaRPr sz="1700">
              <a:latin typeface="Arial MT"/>
              <a:cs typeface="Arial MT"/>
            </a:endParaRPr>
          </a:p>
        </p:txBody>
      </p:sp>
      <p:pic>
        <p:nvPicPr>
          <p:cNvPr id="12" name="object 12"/>
          <p:cNvPicPr/>
          <p:nvPr/>
        </p:nvPicPr>
        <p:blipFill>
          <a:blip r:embed="rId1" cstate="print"/>
          <a:stretch>
            <a:fillRect/>
          </a:stretch>
        </p:blipFill>
        <p:spPr>
          <a:xfrm>
            <a:off x="16313419" y="1028700"/>
            <a:ext cx="945879" cy="236469"/>
          </a:xfrm>
          <a:prstGeom prst="rect">
            <a:avLst/>
          </a:prstGeom>
        </p:spPr>
      </p:pic>
      <p:sp>
        <p:nvSpPr>
          <p:cNvPr id="13" name="object 13"/>
          <p:cNvSpPr/>
          <p:nvPr/>
        </p:nvSpPr>
        <p:spPr>
          <a:xfrm>
            <a:off x="17170669" y="1996152"/>
            <a:ext cx="1117600" cy="6645275"/>
          </a:xfrm>
          <a:custGeom>
            <a:avLst/>
            <a:gdLst/>
            <a:ahLst/>
            <a:cxnLst/>
            <a:rect l="l" t="t" r="r" b="b"/>
            <a:pathLst>
              <a:path w="1117600" h="6645275">
                <a:moveTo>
                  <a:pt x="1117330" y="0"/>
                </a:moveTo>
                <a:lnTo>
                  <a:pt x="1082016" y="46933"/>
                </a:lnTo>
                <a:lnTo>
                  <a:pt x="1055326" y="83158"/>
                </a:lnTo>
                <a:lnTo>
                  <a:pt x="1028926" y="119608"/>
                </a:lnTo>
                <a:lnTo>
                  <a:pt x="1002818" y="156282"/>
                </a:lnTo>
                <a:lnTo>
                  <a:pt x="977003" y="193177"/>
                </a:lnTo>
                <a:lnTo>
                  <a:pt x="951484" y="230293"/>
                </a:lnTo>
                <a:lnTo>
                  <a:pt x="926261" y="267628"/>
                </a:lnTo>
                <a:lnTo>
                  <a:pt x="901337" y="305179"/>
                </a:lnTo>
                <a:lnTo>
                  <a:pt x="876713" y="342945"/>
                </a:lnTo>
                <a:lnTo>
                  <a:pt x="852392" y="380925"/>
                </a:lnTo>
                <a:lnTo>
                  <a:pt x="828373" y="419116"/>
                </a:lnTo>
                <a:lnTo>
                  <a:pt x="804661" y="457518"/>
                </a:lnTo>
                <a:lnTo>
                  <a:pt x="781255" y="496128"/>
                </a:lnTo>
                <a:lnTo>
                  <a:pt x="758158" y="534944"/>
                </a:lnTo>
                <a:lnTo>
                  <a:pt x="735372" y="573965"/>
                </a:lnTo>
                <a:lnTo>
                  <a:pt x="712898" y="613190"/>
                </a:lnTo>
                <a:lnTo>
                  <a:pt x="690738" y="652616"/>
                </a:lnTo>
                <a:lnTo>
                  <a:pt x="668893" y="692241"/>
                </a:lnTo>
                <a:lnTo>
                  <a:pt x="647366" y="732065"/>
                </a:lnTo>
                <a:lnTo>
                  <a:pt x="626158" y="772086"/>
                </a:lnTo>
                <a:lnTo>
                  <a:pt x="605271" y="812300"/>
                </a:lnTo>
                <a:lnTo>
                  <a:pt x="584705" y="852708"/>
                </a:lnTo>
                <a:lnTo>
                  <a:pt x="564465" y="893307"/>
                </a:lnTo>
                <a:lnTo>
                  <a:pt x="544549" y="934096"/>
                </a:lnTo>
                <a:lnTo>
                  <a:pt x="524962" y="975073"/>
                </a:lnTo>
                <a:lnTo>
                  <a:pt x="505704" y="1016235"/>
                </a:lnTo>
                <a:lnTo>
                  <a:pt x="486776" y="1057583"/>
                </a:lnTo>
                <a:lnTo>
                  <a:pt x="468181" y="1099112"/>
                </a:lnTo>
                <a:lnTo>
                  <a:pt x="449921" y="1140823"/>
                </a:lnTo>
                <a:lnTo>
                  <a:pt x="431997" y="1182714"/>
                </a:lnTo>
                <a:lnTo>
                  <a:pt x="414410" y="1224782"/>
                </a:lnTo>
                <a:lnTo>
                  <a:pt x="397163" y="1267026"/>
                </a:lnTo>
                <a:lnTo>
                  <a:pt x="380257" y="1309444"/>
                </a:lnTo>
                <a:lnTo>
                  <a:pt x="363694" y="1352034"/>
                </a:lnTo>
                <a:lnTo>
                  <a:pt x="347475" y="1394796"/>
                </a:lnTo>
                <a:lnTo>
                  <a:pt x="331603" y="1437727"/>
                </a:lnTo>
                <a:lnTo>
                  <a:pt x="316079" y="1480825"/>
                </a:lnTo>
                <a:lnTo>
                  <a:pt x="300904" y="1524088"/>
                </a:lnTo>
                <a:lnTo>
                  <a:pt x="286081" y="1567516"/>
                </a:lnTo>
                <a:lnTo>
                  <a:pt x="271611" y="1611106"/>
                </a:lnTo>
                <a:lnTo>
                  <a:pt x="257495" y="1654857"/>
                </a:lnTo>
                <a:lnTo>
                  <a:pt x="243736" y="1698767"/>
                </a:lnTo>
                <a:lnTo>
                  <a:pt x="230336" y="1742833"/>
                </a:lnTo>
                <a:lnTo>
                  <a:pt x="217295" y="1787056"/>
                </a:lnTo>
                <a:lnTo>
                  <a:pt x="204616" y="1831432"/>
                </a:lnTo>
                <a:lnTo>
                  <a:pt x="192300" y="1875960"/>
                </a:lnTo>
                <a:lnTo>
                  <a:pt x="180349" y="1920639"/>
                </a:lnTo>
                <a:lnTo>
                  <a:pt x="168765" y="1965466"/>
                </a:lnTo>
                <a:lnTo>
                  <a:pt x="157549" y="2010440"/>
                </a:lnTo>
                <a:lnTo>
                  <a:pt x="146703" y="2055560"/>
                </a:lnTo>
                <a:lnTo>
                  <a:pt x="136230" y="2100823"/>
                </a:lnTo>
                <a:lnTo>
                  <a:pt x="126129" y="2146228"/>
                </a:lnTo>
                <a:lnTo>
                  <a:pt x="116404" y="2191773"/>
                </a:lnTo>
                <a:lnTo>
                  <a:pt x="107056" y="2237457"/>
                </a:lnTo>
                <a:lnTo>
                  <a:pt x="98087" y="2283277"/>
                </a:lnTo>
                <a:lnTo>
                  <a:pt x="89498" y="2329232"/>
                </a:lnTo>
                <a:lnTo>
                  <a:pt x="81290" y="2375321"/>
                </a:lnTo>
                <a:lnTo>
                  <a:pt x="73467" y="2421542"/>
                </a:lnTo>
                <a:lnTo>
                  <a:pt x="66029" y="2467892"/>
                </a:lnTo>
                <a:lnTo>
                  <a:pt x="58978" y="2514371"/>
                </a:lnTo>
                <a:lnTo>
                  <a:pt x="52316" y="2560976"/>
                </a:lnTo>
                <a:lnTo>
                  <a:pt x="46045" y="2607706"/>
                </a:lnTo>
                <a:lnTo>
                  <a:pt x="40166" y="2654559"/>
                </a:lnTo>
                <a:lnTo>
                  <a:pt x="34681" y="2701534"/>
                </a:lnTo>
                <a:lnTo>
                  <a:pt x="29591" y="2748628"/>
                </a:lnTo>
                <a:lnTo>
                  <a:pt x="24899" y="2795841"/>
                </a:lnTo>
                <a:lnTo>
                  <a:pt x="20606" y="2843169"/>
                </a:lnTo>
                <a:lnTo>
                  <a:pt x="16714" y="2890613"/>
                </a:lnTo>
                <a:lnTo>
                  <a:pt x="13224" y="2938169"/>
                </a:lnTo>
                <a:lnTo>
                  <a:pt x="10138" y="2985836"/>
                </a:lnTo>
                <a:lnTo>
                  <a:pt x="7459" y="3033613"/>
                </a:lnTo>
                <a:lnTo>
                  <a:pt x="5187" y="3081498"/>
                </a:lnTo>
                <a:lnTo>
                  <a:pt x="3324" y="3129489"/>
                </a:lnTo>
                <a:lnTo>
                  <a:pt x="1872" y="3177584"/>
                </a:lnTo>
                <a:lnTo>
                  <a:pt x="833" y="3225782"/>
                </a:lnTo>
                <a:lnTo>
                  <a:pt x="208" y="3274081"/>
                </a:lnTo>
                <a:lnTo>
                  <a:pt x="0" y="3322479"/>
                </a:lnTo>
                <a:lnTo>
                  <a:pt x="208" y="3370878"/>
                </a:lnTo>
                <a:lnTo>
                  <a:pt x="833" y="3419176"/>
                </a:lnTo>
                <a:lnTo>
                  <a:pt x="1872" y="3467374"/>
                </a:lnTo>
                <a:lnTo>
                  <a:pt x="3324" y="3515470"/>
                </a:lnTo>
                <a:lnTo>
                  <a:pt x="5187" y="3563461"/>
                </a:lnTo>
                <a:lnTo>
                  <a:pt x="7459" y="3611345"/>
                </a:lnTo>
                <a:lnTo>
                  <a:pt x="10138" y="3659122"/>
                </a:lnTo>
                <a:lnTo>
                  <a:pt x="13224" y="3706790"/>
                </a:lnTo>
                <a:lnTo>
                  <a:pt x="16714" y="3754346"/>
                </a:lnTo>
                <a:lnTo>
                  <a:pt x="20606" y="3801789"/>
                </a:lnTo>
                <a:lnTo>
                  <a:pt x="24899" y="3849118"/>
                </a:lnTo>
                <a:lnTo>
                  <a:pt x="29591" y="3896330"/>
                </a:lnTo>
                <a:lnTo>
                  <a:pt x="34681" y="3943425"/>
                </a:lnTo>
                <a:lnTo>
                  <a:pt x="40166" y="3990399"/>
                </a:lnTo>
                <a:lnTo>
                  <a:pt x="46045" y="4037253"/>
                </a:lnTo>
                <a:lnTo>
                  <a:pt x="52316" y="4083983"/>
                </a:lnTo>
                <a:lnTo>
                  <a:pt x="58978" y="4130588"/>
                </a:lnTo>
                <a:lnTo>
                  <a:pt x="66029" y="4177066"/>
                </a:lnTo>
                <a:lnTo>
                  <a:pt x="73467" y="4223417"/>
                </a:lnTo>
                <a:lnTo>
                  <a:pt x="81290" y="4269637"/>
                </a:lnTo>
                <a:lnTo>
                  <a:pt x="89498" y="4315726"/>
                </a:lnTo>
                <a:lnTo>
                  <a:pt x="98087" y="4361682"/>
                </a:lnTo>
                <a:lnTo>
                  <a:pt x="107056" y="4407502"/>
                </a:lnTo>
                <a:lnTo>
                  <a:pt x="116404" y="4453186"/>
                </a:lnTo>
                <a:lnTo>
                  <a:pt x="126129" y="4498731"/>
                </a:lnTo>
                <a:lnTo>
                  <a:pt x="136230" y="4544136"/>
                </a:lnTo>
                <a:lnTo>
                  <a:pt x="146703" y="4589399"/>
                </a:lnTo>
                <a:lnTo>
                  <a:pt x="157549" y="4634519"/>
                </a:lnTo>
                <a:lnTo>
                  <a:pt x="168765" y="4679493"/>
                </a:lnTo>
                <a:lnTo>
                  <a:pt x="180349" y="4724320"/>
                </a:lnTo>
                <a:lnTo>
                  <a:pt x="192300" y="4768999"/>
                </a:lnTo>
                <a:lnTo>
                  <a:pt x="204616" y="4813527"/>
                </a:lnTo>
                <a:lnTo>
                  <a:pt x="217295" y="4857903"/>
                </a:lnTo>
                <a:lnTo>
                  <a:pt x="230336" y="4902125"/>
                </a:lnTo>
                <a:lnTo>
                  <a:pt x="243736" y="4946192"/>
                </a:lnTo>
                <a:lnTo>
                  <a:pt x="257495" y="4990102"/>
                </a:lnTo>
                <a:lnTo>
                  <a:pt x="271611" y="5033852"/>
                </a:lnTo>
                <a:lnTo>
                  <a:pt x="286081" y="5077443"/>
                </a:lnTo>
                <a:lnTo>
                  <a:pt x="300904" y="5120870"/>
                </a:lnTo>
                <a:lnTo>
                  <a:pt x="316079" y="5164134"/>
                </a:lnTo>
                <a:lnTo>
                  <a:pt x="331603" y="5207232"/>
                </a:lnTo>
                <a:lnTo>
                  <a:pt x="347475" y="5250163"/>
                </a:lnTo>
                <a:lnTo>
                  <a:pt x="363694" y="5292924"/>
                </a:lnTo>
                <a:lnTo>
                  <a:pt x="380257" y="5335515"/>
                </a:lnTo>
                <a:lnTo>
                  <a:pt x="397163" y="5377933"/>
                </a:lnTo>
                <a:lnTo>
                  <a:pt x="414410" y="5420177"/>
                </a:lnTo>
                <a:lnTo>
                  <a:pt x="431997" y="5462245"/>
                </a:lnTo>
                <a:lnTo>
                  <a:pt x="449921" y="5504135"/>
                </a:lnTo>
                <a:lnTo>
                  <a:pt x="468181" y="5545846"/>
                </a:lnTo>
                <a:lnTo>
                  <a:pt x="486776" y="5587376"/>
                </a:lnTo>
                <a:lnTo>
                  <a:pt x="505704" y="5628723"/>
                </a:lnTo>
                <a:lnTo>
                  <a:pt x="524962" y="5669886"/>
                </a:lnTo>
                <a:lnTo>
                  <a:pt x="544549" y="5710863"/>
                </a:lnTo>
                <a:lnTo>
                  <a:pt x="564465" y="5751651"/>
                </a:lnTo>
                <a:lnTo>
                  <a:pt x="584705" y="5792250"/>
                </a:lnTo>
                <a:lnTo>
                  <a:pt x="605271" y="5832658"/>
                </a:lnTo>
                <a:lnTo>
                  <a:pt x="626158" y="5872873"/>
                </a:lnTo>
                <a:lnTo>
                  <a:pt x="647366" y="5912893"/>
                </a:lnTo>
                <a:lnTo>
                  <a:pt x="668893" y="5952717"/>
                </a:lnTo>
                <a:lnTo>
                  <a:pt x="690738" y="5992343"/>
                </a:lnTo>
                <a:lnTo>
                  <a:pt x="712898" y="6031769"/>
                </a:lnTo>
                <a:lnTo>
                  <a:pt x="735372" y="6070993"/>
                </a:lnTo>
                <a:lnTo>
                  <a:pt x="758158" y="6110015"/>
                </a:lnTo>
                <a:lnTo>
                  <a:pt x="781255" y="6148831"/>
                </a:lnTo>
                <a:lnTo>
                  <a:pt x="804661" y="6187441"/>
                </a:lnTo>
                <a:lnTo>
                  <a:pt x="828373" y="6225842"/>
                </a:lnTo>
                <a:lnTo>
                  <a:pt x="852392" y="6264034"/>
                </a:lnTo>
                <a:lnTo>
                  <a:pt x="876713" y="6302014"/>
                </a:lnTo>
                <a:lnTo>
                  <a:pt x="901337" y="6339780"/>
                </a:lnTo>
                <a:lnTo>
                  <a:pt x="926261" y="6377331"/>
                </a:lnTo>
                <a:lnTo>
                  <a:pt x="951484" y="6414666"/>
                </a:lnTo>
                <a:lnTo>
                  <a:pt x="977003" y="6451782"/>
                </a:lnTo>
                <a:lnTo>
                  <a:pt x="1002818" y="6488677"/>
                </a:lnTo>
                <a:lnTo>
                  <a:pt x="1028926" y="6525351"/>
                </a:lnTo>
                <a:lnTo>
                  <a:pt x="1055326" y="6561801"/>
                </a:lnTo>
                <a:lnTo>
                  <a:pt x="1082016" y="6598026"/>
                </a:lnTo>
                <a:lnTo>
                  <a:pt x="1108994" y="6634024"/>
                </a:lnTo>
                <a:lnTo>
                  <a:pt x="1117330" y="6644959"/>
                </a:lnTo>
              </a:path>
            </a:pathLst>
          </a:custGeom>
          <a:ln w="514349">
            <a:solidFill>
              <a:srgbClr val="FC6220"/>
            </a:solidFill>
          </a:ln>
        </p:spPr>
        <p:txBody>
          <a:bodyPr wrap="square" lIns="0" tIns="0" rIns="0" bIns="0" rtlCol="0"/>
          <a:lstStyle/>
          <a:p/>
        </p:txBody>
      </p:sp>
      <p:sp>
        <p:nvSpPr>
          <p:cNvPr id="14" name="object 14" descr="$PPTXTitle"/>
          <p:cNvSpPr txBox="1">
            <a:spLocks noGrp="1"/>
          </p:cNvSpPr>
          <p:nvPr>
            <p:ph type="title"/>
          </p:nvPr>
        </p:nvSpPr>
        <p:spPr>
          <a:prstGeom prst="rect">
            <a:avLst/>
          </a:prstGeom>
        </p:spPr>
        <p:txBody>
          <a:bodyPr vert="horz" wrap="square" lIns="0" tIns="65106" rIns="0" bIns="0" rtlCol="0">
            <a:spAutoFit/>
          </a:bodyPr>
          <a:lstStyle/>
          <a:p>
            <a:pPr marL="353695">
              <a:lnSpc>
                <a:spcPct val="100000"/>
              </a:lnSpc>
              <a:spcBef>
                <a:spcPts val="100"/>
              </a:spcBef>
            </a:pPr>
            <a:r>
              <a:rPr spc="-40" dirty="0"/>
              <a:t>IMPLEMENTATION</a:t>
            </a:r>
            <a:r>
              <a:rPr spc="-229" dirty="0"/>
              <a:t> </a:t>
            </a:r>
            <a:r>
              <a:rPr spc="-10" dirty="0"/>
              <a:t>SCREENSHOTS</a:t>
            </a:r>
            <a:endParaRPr spc="-10" dirty="0"/>
          </a:p>
        </p:txBody>
      </p:sp>
      <p:pic>
        <p:nvPicPr>
          <p:cNvPr id="15" name="Picture 14" descr="Screenshot 2026-04-29 at 7.18.58 AM"/>
          <p:cNvPicPr>
            <a:picLocks noChangeAspect="1"/>
          </p:cNvPicPr>
          <p:nvPr/>
        </p:nvPicPr>
        <p:blipFill>
          <a:blip r:embed="rId2"/>
          <a:stretch>
            <a:fillRect/>
          </a:stretch>
        </p:blipFill>
        <p:spPr>
          <a:xfrm>
            <a:off x="1600200" y="1997075"/>
            <a:ext cx="7673340" cy="6840855"/>
          </a:xfrm>
          <a:prstGeom prst="rect">
            <a:avLst/>
          </a:prstGeom>
        </p:spPr>
      </p:pic>
      <p:pic>
        <p:nvPicPr>
          <p:cNvPr id="16" name="Picture 15" descr="Screenshot 2026-05-01 at 11.11.31 AM"/>
          <p:cNvPicPr>
            <a:picLocks noChangeAspect="1"/>
          </p:cNvPicPr>
          <p:nvPr/>
        </p:nvPicPr>
        <p:blipFill>
          <a:blip r:embed="rId3"/>
          <a:stretch>
            <a:fillRect/>
          </a:stretch>
        </p:blipFill>
        <p:spPr>
          <a:xfrm>
            <a:off x="9601200" y="2095500"/>
            <a:ext cx="7297420" cy="676211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5587" y="7321525"/>
            <a:ext cx="992505" cy="992505"/>
          </a:xfrm>
          <a:custGeom>
            <a:avLst/>
            <a:gdLst/>
            <a:ahLst/>
            <a:cxnLst/>
            <a:rect l="l" t="t" r="r" b="b"/>
            <a:pathLst>
              <a:path w="992505" h="992504">
                <a:moveTo>
                  <a:pt x="496231" y="992463"/>
                </a:moveTo>
                <a:lnTo>
                  <a:pt x="448440" y="990191"/>
                </a:lnTo>
                <a:lnTo>
                  <a:pt x="401935" y="983515"/>
                </a:lnTo>
                <a:lnTo>
                  <a:pt x="356923" y="972642"/>
                </a:lnTo>
                <a:lnTo>
                  <a:pt x="313613" y="957781"/>
                </a:lnTo>
                <a:lnTo>
                  <a:pt x="272211" y="939138"/>
                </a:lnTo>
                <a:lnTo>
                  <a:pt x="232926" y="916923"/>
                </a:lnTo>
                <a:lnTo>
                  <a:pt x="195967" y="891344"/>
                </a:lnTo>
                <a:lnTo>
                  <a:pt x="161540" y="862607"/>
                </a:lnTo>
                <a:lnTo>
                  <a:pt x="129855" y="830922"/>
                </a:lnTo>
                <a:lnTo>
                  <a:pt x="101118" y="796495"/>
                </a:lnTo>
                <a:lnTo>
                  <a:pt x="75539" y="759535"/>
                </a:lnTo>
                <a:lnTo>
                  <a:pt x="53324" y="720251"/>
                </a:lnTo>
                <a:lnTo>
                  <a:pt x="34682" y="678849"/>
                </a:lnTo>
                <a:lnTo>
                  <a:pt x="19820" y="635538"/>
                </a:lnTo>
                <a:lnTo>
                  <a:pt x="8947" y="590526"/>
                </a:lnTo>
                <a:lnTo>
                  <a:pt x="2271" y="544021"/>
                </a:lnTo>
                <a:lnTo>
                  <a:pt x="0" y="496231"/>
                </a:lnTo>
                <a:lnTo>
                  <a:pt x="2271" y="448440"/>
                </a:lnTo>
                <a:lnTo>
                  <a:pt x="8947" y="401935"/>
                </a:lnTo>
                <a:lnTo>
                  <a:pt x="19820" y="356923"/>
                </a:lnTo>
                <a:lnTo>
                  <a:pt x="34682" y="313612"/>
                </a:lnTo>
                <a:lnTo>
                  <a:pt x="53324" y="272211"/>
                </a:lnTo>
                <a:lnTo>
                  <a:pt x="75539" y="232926"/>
                </a:lnTo>
                <a:lnTo>
                  <a:pt x="101118" y="195967"/>
                </a:lnTo>
                <a:lnTo>
                  <a:pt x="129855" y="161540"/>
                </a:lnTo>
                <a:lnTo>
                  <a:pt x="161540" y="129855"/>
                </a:lnTo>
                <a:lnTo>
                  <a:pt x="195967" y="101118"/>
                </a:lnTo>
                <a:lnTo>
                  <a:pt x="232926" y="75539"/>
                </a:lnTo>
                <a:lnTo>
                  <a:pt x="272211" y="53324"/>
                </a:lnTo>
                <a:lnTo>
                  <a:pt x="313613" y="34681"/>
                </a:lnTo>
                <a:lnTo>
                  <a:pt x="356923" y="19820"/>
                </a:lnTo>
                <a:lnTo>
                  <a:pt x="401935" y="8947"/>
                </a:lnTo>
                <a:lnTo>
                  <a:pt x="448440" y="2271"/>
                </a:lnTo>
                <a:lnTo>
                  <a:pt x="496231" y="0"/>
                </a:lnTo>
                <a:lnTo>
                  <a:pt x="544021" y="2271"/>
                </a:lnTo>
                <a:lnTo>
                  <a:pt x="590527" y="8947"/>
                </a:lnTo>
                <a:lnTo>
                  <a:pt x="635539" y="19820"/>
                </a:lnTo>
                <a:lnTo>
                  <a:pt x="678849" y="34681"/>
                </a:lnTo>
                <a:lnTo>
                  <a:pt x="720251" y="53324"/>
                </a:lnTo>
                <a:lnTo>
                  <a:pt x="759536" y="75539"/>
                </a:lnTo>
                <a:lnTo>
                  <a:pt x="796495" y="101118"/>
                </a:lnTo>
                <a:lnTo>
                  <a:pt x="830921" y="129855"/>
                </a:lnTo>
                <a:lnTo>
                  <a:pt x="862607" y="161540"/>
                </a:lnTo>
                <a:lnTo>
                  <a:pt x="891344" y="195967"/>
                </a:lnTo>
                <a:lnTo>
                  <a:pt x="916923" y="232926"/>
                </a:lnTo>
                <a:lnTo>
                  <a:pt x="939138" y="272211"/>
                </a:lnTo>
                <a:lnTo>
                  <a:pt x="957780" y="313612"/>
                </a:lnTo>
                <a:lnTo>
                  <a:pt x="972642" y="356923"/>
                </a:lnTo>
                <a:lnTo>
                  <a:pt x="983515" y="401935"/>
                </a:lnTo>
                <a:lnTo>
                  <a:pt x="990191" y="448440"/>
                </a:lnTo>
                <a:lnTo>
                  <a:pt x="992462" y="496231"/>
                </a:lnTo>
                <a:lnTo>
                  <a:pt x="990191" y="544021"/>
                </a:lnTo>
                <a:lnTo>
                  <a:pt x="983515" y="590526"/>
                </a:lnTo>
                <a:lnTo>
                  <a:pt x="972642" y="635538"/>
                </a:lnTo>
                <a:lnTo>
                  <a:pt x="957780" y="678849"/>
                </a:lnTo>
                <a:lnTo>
                  <a:pt x="939138" y="720251"/>
                </a:lnTo>
                <a:lnTo>
                  <a:pt x="916923" y="759535"/>
                </a:lnTo>
                <a:lnTo>
                  <a:pt x="891344" y="796495"/>
                </a:lnTo>
                <a:lnTo>
                  <a:pt x="862607" y="830922"/>
                </a:lnTo>
                <a:lnTo>
                  <a:pt x="830921" y="862607"/>
                </a:lnTo>
                <a:lnTo>
                  <a:pt x="796495" y="891344"/>
                </a:lnTo>
                <a:lnTo>
                  <a:pt x="759536" y="916923"/>
                </a:lnTo>
                <a:lnTo>
                  <a:pt x="720251" y="939138"/>
                </a:lnTo>
                <a:lnTo>
                  <a:pt x="678849" y="957781"/>
                </a:lnTo>
                <a:lnTo>
                  <a:pt x="635539" y="972642"/>
                </a:lnTo>
                <a:lnTo>
                  <a:pt x="590527" y="983515"/>
                </a:lnTo>
                <a:lnTo>
                  <a:pt x="544021" y="990191"/>
                </a:lnTo>
                <a:lnTo>
                  <a:pt x="496231" y="992463"/>
                </a:lnTo>
                <a:close/>
              </a:path>
            </a:pathLst>
          </a:custGeom>
          <a:solidFill>
            <a:srgbClr val="FC6220"/>
          </a:solidFill>
        </p:spPr>
        <p:txBody>
          <a:bodyPr wrap="square" lIns="0" tIns="0" rIns="0" bIns="0" rtlCol="0"/>
          <a:lstStyle/>
          <a:p/>
        </p:txBody>
      </p:sp>
      <p:sp>
        <p:nvSpPr>
          <p:cNvPr id="3" name="object 3"/>
          <p:cNvSpPr txBox="1"/>
          <p:nvPr/>
        </p:nvSpPr>
        <p:spPr>
          <a:xfrm>
            <a:off x="1123808" y="7550791"/>
            <a:ext cx="216535" cy="436880"/>
          </a:xfrm>
          <a:prstGeom prst="rect">
            <a:avLst/>
          </a:prstGeom>
        </p:spPr>
        <p:txBody>
          <a:bodyPr vert="horz" wrap="square" lIns="0" tIns="12700" rIns="0" bIns="0" rtlCol="0">
            <a:spAutoFit/>
          </a:bodyPr>
          <a:lstStyle/>
          <a:p>
            <a:pPr marL="12700">
              <a:lnSpc>
                <a:spcPct val="100000"/>
              </a:lnSpc>
              <a:spcBef>
                <a:spcPts val="100"/>
              </a:spcBef>
            </a:pPr>
            <a:r>
              <a:rPr sz="2700" spc="-50" dirty="0">
                <a:solidFill>
                  <a:srgbClr val="FFFDFD"/>
                </a:solidFill>
                <a:latin typeface="Arial MT"/>
                <a:cs typeface="Arial MT"/>
              </a:rPr>
              <a:t>9</a:t>
            </a:r>
            <a:endParaRPr sz="2700">
              <a:latin typeface="Arial MT"/>
              <a:cs typeface="Arial MT"/>
            </a:endParaRPr>
          </a:p>
        </p:txBody>
      </p:sp>
      <p:sp>
        <p:nvSpPr>
          <p:cNvPr id="4" name="object 4"/>
          <p:cNvSpPr/>
          <p:nvPr/>
        </p:nvSpPr>
        <p:spPr>
          <a:xfrm>
            <a:off x="977740" y="3315742"/>
            <a:ext cx="508634" cy="544195"/>
          </a:xfrm>
          <a:custGeom>
            <a:avLst/>
            <a:gdLst/>
            <a:ahLst/>
            <a:cxnLst/>
            <a:rect l="l" t="t" r="r" b="b"/>
            <a:pathLst>
              <a:path w="508634" h="544195">
                <a:moveTo>
                  <a:pt x="254078" y="0"/>
                </a:moveTo>
                <a:lnTo>
                  <a:pt x="208407" y="4380"/>
                </a:lnTo>
                <a:lnTo>
                  <a:pt x="165422" y="17010"/>
                </a:lnTo>
                <a:lnTo>
                  <a:pt x="125840" y="37122"/>
                </a:lnTo>
                <a:lnTo>
                  <a:pt x="90379" y="63947"/>
                </a:lnTo>
                <a:lnTo>
                  <a:pt x="59756" y="96719"/>
                </a:lnTo>
                <a:lnTo>
                  <a:pt x="34689" y="134667"/>
                </a:lnTo>
                <a:lnTo>
                  <a:pt x="15895" y="177026"/>
                </a:lnTo>
                <a:lnTo>
                  <a:pt x="4093" y="223027"/>
                </a:lnTo>
                <a:lnTo>
                  <a:pt x="0" y="271901"/>
                </a:lnTo>
                <a:lnTo>
                  <a:pt x="4093" y="320776"/>
                </a:lnTo>
                <a:lnTo>
                  <a:pt x="15895" y="366777"/>
                </a:lnTo>
                <a:lnTo>
                  <a:pt x="34689" y="409136"/>
                </a:lnTo>
                <a:lnTo>
                  <a:pt x="59756" y="447085"/>
                </a:lnTo>
                <a:lnTo>
                  <a:pt x="90379" y="479856"/>
                </a:lnTo>
                <a:lnTo>
                  <a:pt x="125840" y="506681"/>
                </a:lnTo>
                <a:lnTo>
                  <a:pt x="165422" y="526793"/>
                </a:lnTo>
                <a:lnTo>
                  <a:pt x="208407" y="539424"/>
                </a:lnTo>
                <a:lnTo>
                  <a:pt x="254078" y="543804"/>
                </a:lnTo>
                <a:lnTo>
                  <a:pt x="299750" y="539424"/>
                </a:lnTo>
                <a:lnTo>
                  <a:pt x="342735" y="526793"/>
                </a:lnTo>
                <a:lnTo>
                  <a:pt x="382317" y="506681"/>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7"/>
                </a:lnTo>
                <a:lnTo>
                  <a:pt x="448401" y="96719"/>
                </a:lnTo>
                <a:lnTo>
                  <a:pt x="417778" y="63947"/>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5" name="object 5"/>
          <p:cNvSpPr txBox="1"/>
          <p:nvPr/>
        </p:nvSpPr>
        <p:spPr>
          <a:xfrm>
            <a:off x="1159110" y="3427835"/>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3</a:t>
            </a:r>
            <a:endParaRPr sz="1700">
              <a:latin typeface="Arial MT"/>
              <a:cs typeface="Arial MT"/>
            </a:endParaRPr>
          </a:p>
        </p:txBody>
      </p:sp>
      <p:sp>
        <p:nvSpPr>
          <p:cNvPr id="6" name="object 6"/>
          <p:cNvSpPr/>
          <p:nvPr/>
        </p:nvSpPr>
        <p:spPr>
          <a:xfrm>
            <a:off x="977740" y="1982348"/>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7" name="object 7"/>
          <p:cNvSpPr txBox="1"/>
          <p:nvPr/>
        </p:nvSpPr>
        <p:spPr>
          <a:xfrm>
            <a:off x="1159110" y="2094442"/>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1</a:t>
            </a:r>
            <a:endParaRPr sz="1700">
              <a:latin typeface="Arial MT"/>
              <a:cs typeface="Arial MT"/>
            </a:endParaRPr>
          </a:p>
        </p:txBody>
      </p:sp>
      <p:sp>
        <p:nvSpPr>
          <p:cNvPr id="8" name="object 8"/>
          <p:cNvSpPr/>
          <p:nvPr/>
        </p:nvSpPr>
        <p:spPr>
          <a:xfrm>
            <a:off x="977740" y="398337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9" name="object 9"/>
          <p:cNvSpPr txBox="1"/>
          <p:nvPr/>
        </p:nvSpPr>
        <p:spPr>
          <a:xfrm>
            <a:off x="1159110" y="4095466"/>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4</a:t>
            </a:r>
            <a:endParaRPr sz="1700">
              <a:latin typeface="Arial MT"/>
              <a:cs typeface="Arial MT"/>
            </a:endParaRPr>
          </a:p>
        </p:txBody>
      </p:sp>
      <p:sp>
        <p:nvSpPr>
          <p:cNvPr id="10" name="object 10"/>
          <p:cNvSpPr/>
          <p:nvPr/>
        </p:nvSpPr>
        <p:spPr>
          <a:xfrm>
            <a:off x="977740" y="2648112"/>
            <a:ext cx="508634" cy="544195"/>
          </a:xfrm>
          <a:custGeom>
            <a:avLst/>
            <a:gdLst/>
            <a:ahLst/>
            <a:cxnLst/>
            <a:rect l="l" t="t" r="r" b="b"/>
            <a:pathLst>
              <a:path w="508634" h="544194">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1" name="object 11"/>
          <p:cNvSpPr txBox="1"/>
          <p:nvPr/>
        </p:nvSpPr>
        <p:spPr>
          <a:xfrm>
            <a:off x="1159110" y="2760205"/>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2</a:t>
            </a:r>
            <a:endParaRPr sz="1700">
              <a:latin typeface="Arial MT"/>
              <a:cs typeface="Arial MT"/>
            </a:endParaRPr>
          </a:p>
        </p:txBody>
      </p:sp>
      <p:sp>
        <p:nvSpPr>
          <p:cNvPr id="12" name="object 12"/>
          <p:cNvSpPr/>
          <p:nvPr/>
        </p:nvSpPr>
        <p:spPr>
          <a:xfrm>
            <a:off x="977740" y="531863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7"/>
                </a:lnTo>
                <a:lnTo>
                  <a:pt x="34689" y="409136"/>
                </a:lnTo>
                <a:lnTo>
                  <a:pt x="59756" y="447085"/>
                </a:lnTo>
                <a:lnTo>
                  <a:pt x="90379" y="479856"/>
                </a:lnTo>
                <a:lnTo>
                  <a:pt x="125840" y="506682"/>
                </a:lnTo>
                <a:lnTo>
                  <a:pt x="165422" y="526794"/>
                </a:lnTo>
                <a:lnTo>
                  <a:pt x="208407" y="539424"/>
                </a:lnTo>
                <a:lnTo>
                  <a:pt x="254078" y="543804"/>
                </a:lnTo>
                <a:lnTo>
                  <a:pt x="299750" y="539424"/>
                </a:lnTo>
                <a:lnTo>
                  <a:pt x="342735" y="526794"/>
                </a:lnTo>
                <a:lnTo>
                  <a:pt x="382317" y="506682"/>
                </a:lnTo>
                <a:lnTo>
                  <a:pt x="417778" y="479856"/>
                </a:lnTo>
                <a:lnTo>
                  <a:pt x="448401" y="447085"/>
                </a:lnTo>
                <a:lnTo>
                  <a:pt x="473468" y="409136"/>
                </a:lnTo>
                <a:lnTo>
                  <a:pt x="492262" y="366777"/>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3" name="object 13"/>
          <p:cNvSpPr txBox="1"/>
          <p:nvPr/>
        </p:nvSpPr>
        <p:spPr>
          <a:xfrm>
            <a:off x="1159110" y="5430728"/>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6</a:t>
            </a:r>
            <a:endParaRPr sz="1700">
              <a:latin typeface="Arial MT"/>
              <a:cs typeface="Arial MT"/>
            </a:endParaRPr>
          </a:p>
        </p:txBody>
      </p:sp>
      <p:sp>
        <p:nvSpPr>
          <p:cNvPr id="14" name="object 14"/>
          <p:cNvSpPr/>
          <p:nvPr/>
        </p:nvSpPr>
        <p:spPr>
          <a:xfrm>
            <a:off x="977740" y="4651002"/>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6"/>
                </a:lnTo>
                <a:lnTo>
                  <a:pt x="125840" y="506682"/>
                </a:lnTo>
                <a:lnTo>
                  <a:pt x="165422" y="526793"/>
                </a:lnTo>
                <a:lnTo>
                  <a:pt x="208407" y="539424"/>
                </a:lnTo>
                <a:lnTo>
                  <a:pt x="254078" y="543804"/>
                </a:lnTo>
                <a:lnTo>
                  <a:pt x="299750" y="539424"/>
                </a:lnTo>
                <a:lnTo>
                  <a:pt x="342735" y="526793"/>
                </a:lnTo>
                <a:lnTo>
                  <a:pt x="382317" y="506682"/>
                </a:lnTo>
                <a:lnTo>
                  <a:pt x="417778" y="479856"/>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5" name="object 15"/>
          <p:cNvSpPr txBox="1"/>
          <p:nvPr/>
        </p:nvSpPr>
        <p:spPr>
          <a:xfrm>
            <a:off x="1159110" y="4763097"/>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5</a:t>
            </a:r>
            <a:endParaRPr sz="1700">
              <a:latin typeface="Arial MT"/>
              <a:cs typeface="Arial MT"/>
            </a:endParaRPr>
          </a:p>
        </p:txBody>
      </p:sp>
      <p:sp>
        <p:nvSpPr>
          <p:cNvPr id="16" name="object 16"/>
          <p:cNvSpPr/>
          <p:nvPr/>
        </p:nvSpPr>
        <p:spPr>
          <a:xfrm>
            <a:off x="977740" y="5986264"/>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1"/>
                </a:lnTo>
                <a:lnTo>
                  <a:pt x="4093" y="320776"/>
                </a:lnTo>
                <a:lnTo>
                  <a:pt x="15895" y="366777"/>
                </a:lnTo>
                <a:lnTo>
                  <a:pt x="34689" y="409136"/>
                </a:lnTo>
                <a:lnTo>
                  <a:pt x="59756" y="447085"/>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5"/>
                </a:lnTo>
                <a:lnTo>
                  <a:pt x="473468" y="409136"/>
                </a:lnTo>
                <a:lnTo>
                  <a:pt x="492262" y="366777"/>
                </a:lnTo>
                <a:lnTo>
                  <a:pt x="504064" y="320776"/>
                </a:lnTo>
                <a:lnTo>
                  <a:pt x="508157" y="271901"/>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7" name="object 17"/>
          <p:cNvSpPr txBox="1"/>
          <p:nvPr/>
        </p:nvSpPr>
        <p:spPr>
          <a:xfrm>
            <a:off x="1159110" y="6098357"/>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7</a:t>
            </a:r>
            <a:endParaRPr sz="1700">
              <a:latin typeface="Arial MT"/>
              <a:cs typeface="Arial MT"/>
            </a:endParaRPr>
          </a:p>
        </p:txBody>
      </p:sp>
      <p:sp>
        <p:nvSpPr>
          <p:cNvPr id="18" name="object 18"/>
          <p:cNvSpPr/>
          <p:nvPr/>
        </p:nvSpPr>
        <p:spPr>
          <a:xfrm>
            <a:off x="977740" y="6653893"/>
            <a:ext cx="508634" cy="544195"/>
          </a:xfrm>
          <a:custGeom>
            <a:avLst/>
            <a:gdLst/>
            <a:ahLst/>
            <a:cxnLst/>
            <a:rect l="l" t="t" r="r" b="b"/>
            <a:pathLst>
              <a:path w="508634" h="544195">
                <a:moveTo>
                  <a:pt x="254078" y="0"/>
                </a:moveTo>
                <a:lnTo>
                  <a:pt x="208407" y="4380"/>
                </a:lnTo>
                <a:lnTo>
                  <a:pt x="165422" y="17010"/>
                </a:lnTo>
                <a:lnTo>
                  <a:pt x="125840" y="37122"/>
                </a:lnTo>
                <a:lnTo>
                  <a:pt x="90379" y="63948"/>
                </a:lnTo>
                <a:lnTo>
                  <a:pt x="59756" y="96719"/>
                </a:lnTo>
                <a:lnTo>
                  <a:pt x="34689" y="134668"/>
                </a:lnTo>
                <a:lnTo>
                  <a:pt x="15895" y="177026"/>
                </a:lnTo>
                <a:lnTo>
                  <a:pt x="4093" y="223027"/>
                </a:lnTo>
                <a:lnTo>
                  <a:pt x="0" y="271902"/>
                </a:lnTo>
                <a:lnTo>
                  <a:pt x="4093" y="320777"/>
                </a:lnTo>
                <a:lnTo>
                  <a:pt x="15895" y="366778"/>
                </a:lnTo>
                <a:lnTo>
                  <a:pt x="34689" y="409137"/>
                </a:lnTo>
                <a:lnTo>
                  <a:pt x="59756" y="447086"/>
                </a:lnTo>
                <a:lnTo>
                  <a:pt x="90379" y="479857"/>
                </a:lnTo>
                <a:lnTo>
                  <a:pt x="125840" y="506682"/>
                </a:lnTo>
                <a:lnTo>
                  <a:pt x="165422" y="526794"/>
                </a:lnTo>
                <a:lnTo>
                  <a:pt x="208407" y="539424"/>
                </a:lnTo>
                <a:lnTo>
                  <a:pt x="254078" y="543805"/>
                </a:lnTo>
                <a:lnTo>
                  <a:pt x="299750" y="539424"/>
                </a:lnTo>
                <a:lnTo>
                  <a:pt x="342735" y="526794"/>
                </a:lnTo>
                <a:lnTo>
                  <a:pt x="382317" y="506682"/>
                </a:lnTo>
                <a:lnTo>
                  <a:pt x="417778" y="479857"/>
                </a:lnTo>
                <a:lnTo>
                  <a:pt x="448401" y="447086"/>
                </a:lnTo>
                <a:lnTo>
                  <a:pt x="473468" y="409137"/>
                </a:lnTo>
                <a:lnTo>
                  <a:pt x="492262" y="366778"/>
                </a:lnTo>
                <a:lnTo>
                  <a:pt x="504064" y="320777"/>
                </a:lnTo>
                <a:lnTo>
                  <a:pt x="508157" y="271902"/>
                </a:lnTo>
                <a:lnTo>
                  <a:pt x="504064" y="223027"/>
                </a:lnTo>
                <a:lnTo>
                  <a:pt x="492262" y="177026"/>
                </a:lnTo>
                <a:lnTo>
                  <a:pt x="473468" y="134668"/>
                </a:lnTo>
                <a:lnTo>
                  <a:pt x="448401" y="96719"/>
                </a:lnTo>
                <a:lnTo>
                  <a:pt x="417778" y="63948"/>
                </a:lnTo>
                <a:lnTo>
                  <a:pt x="382317" y="37122"/>
                </a:lnTo>
                <a:lnTo>
                  <a:pt x="342735" y="17010"/>
                </a:lnTo>
                <a:lnTo>
                  <a:pt x="299750" y="4380"/>
                </a:lnTo>
                <a:lnTo>
                  <a:pt x="254078" y="0"/>
                </a:lnTo>
                <a:close/>
              </a:path>
            </a:pathLst>
          </a:custGeom>
          <a:ln w="9524">
            <a:solidFill>
              <a:srgbClr val="FC6220"/>
            </a:solidFill>
          </a:ln>
        </p:spPr>
        <p:txBody>
          <a:bodyPr wrap="square" lIns="0" tIns="0" rIns="0" bIns="0" rtlCol="0"/>
          <a:lstStyle/>
          <a:p/>
        </p:txBody>
      </p:sp>
      <p:sp>
        <p:nvSpPr>
          <p:cNvPr id="19" name="object 19"/>
          <p:cNvSpPr txBox="1"/>
          <p:nvPr/>
        </p:nvSpPr>
        <p:spPr>
          <a:xfrm>
            <a:off x="1159110" y="6765987"/>
            <a:ext cx="146050" cy="284480"/>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191919"/>
                </a:solidFill>
                <a:latin typeface="Arial MT"/>
                <a:cs typeface="Arial MT"/>
              </a:rPr>
              <a:t>8</a:t>
            </a:r>
            <a:endParaRPr sz="1700">
              <a:latin typeface="Arial MT"/>
              <a:cs typeface="Arial MT"/>
            </a:endParaRPr>
          </a:p>
        </p:txBody>
      </p:sp>
      <p:grpSp>
        <p:nvGrpSpPr>
          <p:cNvPr id="20" name="object 20"/>
          <p:cNvGrpSpPr/>
          <p:nvPr/>
        </p:nvGrpSpPr>
        <p:grpSpPr>
          <a:xfrm>
            <a:off x="16313419" y="1028700"/>
            <a:ext cx="2284730" cy="8200390"/>
            <a:chOff x="16313419" y="1028700"/>
            <a:chExt cx="2284730" cy="8200390"/>
          </a:xfrm>
        </p:grpSpPr>
        <p:pic>
          <p:nvPicPr>
            <p:cNvPr id="21" name="object 21"/>
            <p:cNvPicPr/>
            <p:nvPr/>
          </p:nvPicPr>
          <p:blipFill>
            <a:blip r:embed="rId1" cstate="print"/>
            <a:stretch>
              <a:fillRect/>
            </a:stretch>
          </p:blipFill>
          <p:spPr>
            <a:xfrm>
              <a:off x="16313419" y="1028700"/>
              <a:ext cx="945879" cy="236469"/>
            </a:xfrm>
            <a:prstGeom prst="rect">
              <a:avLst/>
            </a:prstGeom>
          </p:spPr>
        </p:pic>
        <p:sp>
          <p:nvSpPr>
            <p:cNvPr id="22" name="object 22"/>
            <p:cNvSpPr/>
            <p:nvPr/>
          </p:nvSpPr>
          <p:spPr>
            <a:xfrm>
              <a:off x="16786359" y="1367995"/>
              <a:ext cx="1501775" cy="7551420"/>
            </a:xfrm>
            <a:custGeom>
              <a:avLst/>
              <a:gdLst/>
              <a:ahLst/>
              <a:cxnLst/>
              <a:rect l="l" t="t" r="r" b="b"/>
              <a:pathLst>
                <a:path w="1501775" h="7551420">
                  <a:moveTo>
                    <a:pt x="1501640" y="0"/>
                  </a:moveTo>
                  <a:lnTo>
                    <a:pt x="1454605" y="50316"/>
                  </a:lnTo>
                  <a:lnTo>
                    <a:pt x="1424300" y="83456"/>
                  </a:lnTo>
                  <a:lnTo>
                    <a:pt x="1394262" y="116844"/>
                  </a:lnTo>
                  <a:lnTo>
                    <a:pt x="1364494" y="150478"/>
                  </a:lnTo>
                  <a:lnTo>
                    <a:pt x="1334997" y="184356"/>
                  </a:lnTo>
                  <a:lnTo>
                    <a:pt x="1305773" y="218476"/>
                  </a:lnTo>
                  <a:lnTo>
                    <a:pt x="1276824" y="252837"/>
                  </a:lnTo>
                  <a:lnTo>
                    <a:pt x="1248151" y="287436"/>
                  </a:lnTo>
                  <a:lnTo>
                    <a:pt x="1219757" y="322273"/>
                  </a:lnTo>
                  <a:lnTo>
                    <a:pt x="1191642" y="357346"/>
                  </a:lnTo>
                  <a:lnTo>
                    <a:pt x="1163809" y="392652"/>
                  </a:lnTo>
                  <a:lnTo>
                    <a:pt x="1136259" y="428191"/>
                  </a:lnTo>
                  <a:lnTo>
                    <a:pt x="1108994" y="463960"/>
                  </a:lnTo>
                  <a:lnTo>
                    <a:pt x="1082016" y="499957"/>
                  </a:lnTo>
                  <a:lnTo>
                    <a:pt x="1055326" y="536182"/>
                  </a:lnTo>
                  <a:lnTo>
                    <a:pt x="1028926" y="572632"/>
                  </a:lnTo>
                  <a:lnTo>
                    <a:pt x="1002818" y="609306"/>
                  </a:lnTo>
                  <a:lnTo>
                    <a:pt x="977003" y="646202"/>
                  </a:lnTo>
                  <a:lnTo>
                    <a:pt x="951484" y="683318"/>
                  </a:lnTo>
                  <a:lnTo>
                    <a:pt x="926261" y="720652"/>
                  </a:lnTo>
                  <a:lnTo>
                    <a:pt x="901337" y="758203"/>
                  </a:lnTo>
                  <a:lnTo>
                    <a:pt x="876713" y="795970"/>
                  </a:lnTo>
                  <a:lnTo>
                    <a:pt x="852392" y="833949"/>
                  </a:lnTo>
                  <a:lnTo>
                    <a:pt x="828374" y="872141"/>
                  </a:lnTo>
                  <a:lnTo>
                    <a:pt x="804661" y="910542"/>
                  </a:lnTo>
                  <a:lnTo>
                    <a:pt x="781255" y="949152"/>
                  </a:lnTo>
                  <a:lnTo>
                    <a:pt x="758159" y="987969"/>
                  </a:lnTo>
                  <a:lnTo>
                    <a:pt x="735372" y="1026990"/>
                  </a:lnTo>
                  <a:lnTo>
                    <a:pt x="712898" y="1066214"/>
                  </a:lnTo>
                  <a:lnTo>
                    <a:pt x="690738" y="1105640"/>
                  </a:lnTo>
                  <a:lnTo>
                    <a:pt x="668894" y="1145266"/>
                  </a:lnTo>
                  <a:lnTo>
                    <a:pt x="647366" y="1185090"/>
                  </a:lnTo>
                  <a:lnTo>
                    <a:pt x="626158" y="1225110"/>
                  </a:lnTo>
                  <a:lnTo>
                    <a:pt x="605271" y="1265325"/>
                  </a:lnTo>
                  <a:lnTo>
                    <a:pt x="584706" y="1305733"/>
                  </a:lnTo>
                  <a:lnTo>
                    <a:pt x="564465" y="1346332"/>
                  </a:lnTo>
                  <a:lnTo>
                    <a:pt x="544550" y="1387121"/>
                  </a:lnTo>
                  <a:lnTo>
                    <a:pt x="524962" y="1428097"/>
                  </a:lnTo>
                  <a:lnTo>
                    <a:pt x="505704" y="1469260"/>
                  </a:lnTo>
                  <a:lnTo>
                    <a:pt x="486776" y="1510607"/>
                  </a:lnTo>
                  <a:lnTo>
                    <a:pt x="468181" y="1552137"/>
                  </a:lnTo>
                  <a:lnTo>
                    <a:pt x="449921" y="1593848"/>
                  </a:lnTo>
                  <a:lnTo>
                    <a:pt x="431997" y="1635738"/>
                  </a:lnTo>
                  <a:lnTo>
                    <a:pt x="414410" y="1677806"/>
                  </a:lnTo>
                  <a:lnTo>
                    <a:pt x="397163" y="1720050"/>
                  </a:lnTo>
                  <a:lnTo>
                    <a:pt x="380257" y="1762468"/>
                  </a:lnTo>
                  <a:lnTo>
                    <a:pt x="363694" y="1805059"/>
                  </a:lnTo>
                  <a:lnTo>
                    <a:pt x="347475" y="1847820"/>
                  </a:lnTo>
                  <a:lnTo>
                    <a:pt x="331603" y="1890751"/>
                  </a:lnTo>
                  <a:lnTo>
                    <a:pt x="316079" y="1933849"/>
                  </a:lnTo>
                  <a:lnTo>
                    <a:pt x="300904" y="1977113"/>
                  </a:lnTo>
                  <a:lnTo>
                    <a:pt x="286081" y="2020541"/>
                  </a:lnTo>
                  <a:lnTo>
                    <a:pt x="271611" y="2064131"/>
                  </a:lnTo>
                  <a:lnTo>
                    <a:pt x="257495" y="2107882"/>
                  </a:lnTo>
                  <a:lnTo>
                    <a:pt x="243736" y="2151791"/>
                  </a:lnTo>
                  <a:lnTo>
                    <a:pt x="230336" y="2195858"/>
                  </a:lnTo>
                  <a:lnTo>
                    <a:pt x="217295" y="2240080"/>
                  </a:lnTo>
                  <a:lnTo>
                    <a:pt x="204616" y="2284456"/>
                  </a:lnTo>
                  <a:lnTo>
                    <a:pt x="192300" y="2328985"/>
                  </a:lnTo>
                  <a:lnTo>
                    <a:pt x="180349" y="2373663"/>
                  </a:lnTo>
                  <a:lnTo>
                    <a:pt x="168765" y="2418490"/>
                  </a:lnTo>
                  <a:lnTo>
                    <a:pt x="157549" y="2463465"/>
                  </a:lnTo>
                  <a:lnTo>
                    <a:pt x="146704" y="2508584"/>
                  </a:lnTo>
                  <a:lnTo>
                    <a:pt x="136230" y="2553847"/>
                  </a:lnTo>
                  <a:lnTo>
                    <a:pt x="126129" y="2599252"/>
                  </a:lnTo>
                  <a:lnTo>
                    <a:pt x="116404" y="2644798"/>
                  </a:lnTo>
                  <a:lnTo>
                    <a:pt x="107056" y="2690481"/>
                  </a:lnTo>
                  <a:lnTo>
                    <a:pt x="98087" y="2736302"/>
                  </a:lnTo>
                  <a:lnTo>
                    <a:pt x="89498" y="2782257"/>
                  </a:lnTo>
                  <a:lnTo>
                    <a:pt x="81290" y="2828346"/>
                  </a:lnTo>
                  <a:lnTo>
                    <a:pt x="73467" y="2874566"/>
                  </a:lnTo>
                  <a:lnTo>
                    <a:pt x="66029" y="2920917"/>
                  </a:lnTo>
                  <a:lnTo>
                    <a:pt x="58978" y="2967395"/>
                  </a:lnTo>
                  <a:lnTo>
                    <a:pt x="52316" y="3014001"/>
                  </a:lnTo>
                  <a:lnTo>
                    <a:pt x="46045" y="3060731"/>
                  </a:lnTo>
                  <a:lnTo>
                    <a:pt x="40166" y="3107584"/>
                  </a:lnTo>
                  <a:lnTo>
                    <a:pt x="34681" y="3154558"/>
                  </a:lnTo>
                  <a:lnTo>
                    <a:pt x="29591" y="3201653"/>
                  </a:lnTo>
                  <a:lnTo>
                    <a:pt x="24899" y="3248865"/>
                  </a:lnTo>
                  <a:lnTo>
                    <a:pt x="20606" y="3296194"/>
                  </a:lnTo>
                  <a:lnTo>
                    <a:pt x="16714" y="3343637"/>
                  </a:lnTo>
                  <a:lnTo>
                    <a:pt x="13224" y="3391193"/>
                  </a:lnTo>
                  <a:lnTo>
                    <a:pt x="10138" y="3438861"/>
                  </a:lnTo>
                  <a:lnTo>
                    <a:pt x="7459" y="3486638"/>
                  </a:lnTo>
                  <a:lnTo>
                    <a:pt x="5187" y="3534523"/>
                  </a:lnTo>
                  <a:lnTo>
                    <a:pt x="3324" y="3582514"/>
                  </a:lnTo>
                  <a:lnTo>
                    <a:pt x="1872" y="3630609"/>
                  </a:lnTo>
                  <a:lnTo>
                    <a:pt x="833" y="3678807"/>
                  </a:lnTo>
                  <a:lnTo>
                    <a:pt x="208" y="3727106"/>
                  </a:lnTo>
                  <a:lnTo>
                    <a:pt x="0" y="3775504"/>
                  </a:lnTo>
                  <a:lnTo>
                    <a:pt x="208" y="3823902"/>
                  </a:lnTo>
                  <a:lnTo>
                    <a:pt x="833" y="3872201"/>
                  </a:lnTo>
                  <a:lnTo>
                    <a:pt x="1872" y="3920399"/>
                  </a:lnTo>
                  <a:lnTo>
                    <a:pt x="3324" y="3968494"/>
                  </a:lnTo>
                  <a:lnTo>
                    <a:pt x="5187" y="4016485"/>
                  </a:lnTo>
                  <a:lnTo>
                    <a:pt x="7459" y="4064370"/>
                  </a:lnTo>
                  <a:lnTo>
                    <a:pt x="10138" y="4112147"/>
                  </a:lnTo>
                  <a:lnTo>
                    <a:pt x="13224" y="4159814"/>
                  </a:lnTo>
                  <a:lnTo>
                    <a:pt x="16714" y="4207371"/>
                  </a:lnTo>
                  <a:lnTo>
                    <a:pt x="20606" y="4254814"/>
                  </a:lnTo>
                  <a:lnTo>
                    <a:pt x="24899" y="4302143"/>
                  </a:lnTo>
                  <a:lnTo>
                    <a:pt x="29591" y="4349355"/>
                  </a:lnTo>
                  <a:lnTo>
                    <a:pt x="34681" y="4396449"/>
                  </a:lnTo>
                  <a:lnTo>
                    <a:pt x="40166" y="4443424"/>
                  </a:lnTo>
                  <a:lnTo>
                    <a:pt x="46045" y="4490277"/>
                  </a:lnTo>
                  <a:lnTo>
                    <a:pt x="52316" y="4537007"/>
                  </a:lnTo>
                  <a:lnTo>
                    <a:pt x="58978" y="4583612"/>
                  </a:lnTo>
                  <a:lnTo>
                    <a:pt x="66029" y="4630091"/>
                  </a:lnTo>
                  <a:lnTo>
                    <a:pt x="73467" y="4676442"/>
                  </a:lnTo>
                  <a:lnTo>
                    <a:pt x="81290" y="4722662"/>
                  </a:lnTo>
                  <a:lnTo>
                    <a:pt x="89498" y="4768751"/>
                  </a:lnTo>
                  <a:lnTo>
                    <a:pt x="98087" y="4814706"/>
                  </a:lnTo>
                  <a:lnTo>
                    <a:pt x="107056" y="4860527"/>
                  </a:lnTo>
                  <a:lnTo>
                    <a:pt x="116404" y="4906210"/>
                  </a:lnTo>
                  <a:lnTo>
                    <a:pt x="126129" y="4951755"/>
                  </a:lnTo>
                  <a:lnTo>
                    <a:pt x="136230" y="4997160"/>
                  </a:lnTo>
                  <a:lnTo>
                    <a:pt x="146704" y="5042424"/>
                  </a:lnTo>
                  <a:lnTo>
                    <a:pt x="157549" y="5087543"/>
                  </a:lnTo>
                  <a:lnTo>
                    <a:pt x="168765" y="5132517"/>
                  </a:lnTo>
                  <a:lnTo>
                    <a:pt x="180349" y="5177345"/>
                  </a:lnTo>
                  <a:lnTo>
                    <a:pt x="192300" y="5222023"/>
                  </a:lnTo>
                  <a:lnTo>
                    <a:pt x="204616" y="5266551"/>
                  </a:lnTo>
                  <a:lnTo>
                    <a:pt x="217295" y="5310928"/>
                  </a:lnTo>
                  <a:lnTo>
                    <a:pt x="230336" y="5355150"/>
                  </a:lnTo>
                  <a:lnTo>
                    <a:pt x="243736" y="5399217"/>
                  </a:lnTo>
                  <a:lnTo>
                    <a:pt x="257495" y="5443126"/>
                  </a:lnTo>
                  <a:lnTo>
                    <a:pt x="271611" y="5486877"/>
                  </a:lnTo>
                  <a:lnTo>
                    <a:pt x="286081" y="5530467"/>
                  </a:lnTo>
                  <a:lnTo>
                    <a:pt x="300904" y="5573895"/>
                  </a:lnTo>
                  <a:lnTo>
                    <a:pt x="316079" y="5617159"/>
                  </a:lnTo>
                  <a:lnTo>
                    <a:pt x="331603" y="5660257"/>
                  </a:lnTo>
                  <a:lnTo>
                    <a:pt x="347475" y="5703187"/>
                  </a:lnTo>
                  <a:lnTo>
                    <a:pt x="363694" y="5745949"/>
                  </a:lnTo>
                  <a:lnTo>
                    <a:pt x="380257" y="5788540"/>
                  </a:lnTo>
                  <a:lnTo>
                    <a:pt x="397163" y="5830958"/>
                  </a:lnTo>
                  <a:lnTo>
                    <a:pt x="414410" y="5873202"/>
                  </a:lnTo>
                  <a:lnTo>
                    <a:pt x="431997" y="5915270"/>
                  </a:lnTo>
                  <a:lnTo>
                    <a:pt x="449921" y="5957160"/>
                  </a:lnTo>
                  <a:lnTo>
                    <a:pt x="468181" y="5998871"/>
                  </a:lnTo>
                  <a:lnTo>
                    <a:pt x="486776" y="6040401"/>
                  </a:lnTo>
                  <a:lnTo>
                    <a:pt x="505704" y="6081748"/>
                  </a:lnTo>
                  <a:lnTo>
                    <a:pt x="524962" y="6122911"/>
                  </a:lnTo>
                  <a:lnTo>
                    <a:pt x="544550" y="6163887"/>
                  </a:lnTo>
                  <a:lnTo>
                    <a:pt x="564465" y="6204676"/>
                  </a:lnTo>
                  <a:lnTo>
                    <a:pt x="584706" y="6245275"/>
                  </a:lnTo>
                  <a:lnTo>
                    <a:pt x="605271" y="6285683"/>
                  </a:lnTo>
                  <a:lnTo>
                    <a:pt x="626158" y="6325898"/>
                  </a:lnTo>
                  <a:lnTo>
                    <a:pt x="647366" y="6365918"/>
                  </a:lnTo>
                  <a:lnTo>
                    <a:pt x="668894" y="6405742"/>
                  </a:lnTo>
                  <a:lnTo>
                    <a:pt x="690738" y="6445367"/>
                  </a:lnTo>
                  <a:lnTo>
                    <a:pt x="712898" y="6484793"/>
                  </a:lnTo>
                  <a:lnTo>
                    <a:pt x="735372" y="6524018"/>
                  </a:lnTo>
                  <a:lnTo>
                    <a:pt x="758159" y="6563039"/>
                  </a:lnTo>
                  <a:lnTo>
                    <a:pt x="781255" y="6601856"/>
                  </a:lnTo>
                  <a:lnTo>
                    <a:pt x="804661" y="6640465"/>
                  </a:lnTo>
                  <a:lnTo>
                    <a:pt x="828374" y="6678867"/>
                  </a:lnTo>
                  <a:lnTo>
                    <a:pt x="852392" y="6717058"/>
                  </a:lnTo>
                  <a:lnTo>
                    <a:pt x="876713" y="6755038"/>
                  </a:lnTo>
                  <a:lnTo>
                    <a:pt x="901337" y="6792804"/>
                  </a:lnTo>
                  <a:lnTo>
                    <a:pt x="926261" y="6830356"/>
                  </a:lnTo>
                  <a:lnTo>
                    <a:pt x="951484" y="6867690"/>
                  </a:lnTo>
                  <a:lnTo>
                    <a:pt x="977003" y="6904806"/>
                  </a:lnTo>
                  <a:lnTo>
                    <a:pt x="1002818" y="6941702"/>
                  </a:lnTo>
                  <a:lnTo>
                    <a:pt x="1028926" y="6978375"/>
                  </a:lnTo>
                  <a:lnTo>
                    <a:pt x="1055326" y="7014825"/>
                  </a:lnTo>
                  <a:lnTo>
                    <a:pt x="1082016" y="7051050"/>
                  </a:lnTo>
                  <a:lnTo>
                    <a:pt x="1108994" y="7087048"/>
                  </a:lnTo>
                  <a:lnTo>
                    <a:pt x="1136259" y="7122817"/>
                  </a:lnTo>
                  <a:lnTo>
                    <a:pt x="1163809" y="7158356"/>
                  </a:lnTo>
                  <a:lnTo>
                    <a:pt x="1191642" y="7193662"/>
                  </a:lnTo>
                  <a:lnTo>
                    <a:pt x="1219757" y="7228734"/>
                  </a:lnTo>
                  <a:lnTo>
                    <a:pt x="1248151" y="7263571"/>
                  </a:lnTo>
                  <a:lnTo>
                    <a:pt x="1276824" y="7298171"/>
                  </a:lnTo>
                  <a:lnTo>
                    <a:pt x="1305773" y="7332532"/>
                  </a:lnTo>
                  <a:lnTo>
                    <a:pt x="1334997" y="7366652"/>
                  </a:lnTo>
                  <a:lnTo>
                    <a:pt x="1364494" y="7400530"/>
                  </a:lnTo>
                  <a:lnTo>
                    <a:pt x="1394262" y="7434163"/>
                  </a:lnTo>
                  <a:lnTo>
                    <a:pt x="1424300" y="7467551"/>
                  </a:lnTo>
                  <a:lnTo>
                    <a:pt x="1454605" y="7500692"/>
                  </a:lnTo>
                  <a:lnTo>
                    <a:pt x="1485177" y="7533583"/>
                  </a:lnTo>
                  <a:lnTo>
                    <a:pt x="1501640" y="7551008"/>
                  </a:lnTo>
                </a:path>
              </a:pathLst>
            </a:custGeom>
            <a:ln w="619124">
              <a:solidFill>
                <a:srgbClr val="FC6220"/>
              </a:solidFill>
            </a:ln>
          </p:spPr>
          <p:txBody>
            <a:bodyPr wrap="square" lIns="0" tIns="0" rIns="0" bIns="0" rtlCol="0"/>
            <a:lstStyle/>
            <a:p/>
          </p:txBody>
        </p:sp>
      </p:grpSp>
      <p:sp>
        <p:nvSpPr>
          <p:cNvPr id="23" name="object 23" descr="$PPTXTitle"/>
          <p:cNvSpPr txBox="1">
            <a:spLocks noGrp="1"/>
          </p:cNvSpPr>
          <p:nvPr>
            <p:ph type="title"/>
          </p:nvPr>
        </p:nvSpPr>
        <p:spPr>
          <a:prstGeom prst="rect">
            <a:avLst/>
          </a:prstGeom>
        </p:spPr>
        <p:txBody>
          <a:bodyPr vert="horz" wrap="square" lIns="0" tIns="12700" rIns="0" bIns="0" rtlCol="0">
            <a:spAutoFit/>
          </a:bodyPr>
          <a:lstStyle/>
          <a:p>
            <a:pPr marL="1055370">
              <a:lnSpc>
                <a:spcPct val="100000"/>
              </a:lnSpc>
              <a:spcBef>
                <a:spcPts val="100"/>
              </a:spcBef>
            </a:pPr>
            <a:r>
              <a:rPr dirty="0"/>
              <a:t>AD</a:t>
            </a:r>
            <a:r>
              <a:rPr spc="-615" dirty="0"/>
              <a:t>V</a:t>
            </a:r>
            <a:r>
              <a:rPr dirty="0"/>
              <a:t>AN</a:t>
            </a:r>
            <a:r>
              <a:rPr spc="-355" dirty="0"/>
              <a:t>T</a:t>
            </a:r>
            <a:r>
              <a:rPr dirty="0"/>
              <a:t>A</a:t>
            </a:r>
            <a:r>
              <a:rPr spc="-5" dirty="0"/>
              <a:t>GE</a:t>
            </a:r>
            <a:r>
              <a:rPr spc="5" dirty="0"/>
              <a:t>S</a:t>
            </a:r>
            <a:r>
              <a:rPr spc="-95" dirty="0"/>
              <a:t> </a:t>
            </a:r>
            <a:r>
              <a:rPr dirty="0"/>
              <a:t>&amp;</a:t>
            </a:r>
            <a:r>
              <a:rPr spc="-90" dirty="0"/>
              <a:t> </a:t>
            </a:r>
            <a:r>
              <a:rPr spc="-50" dirty="0"/>
              <a:t>LIMITATIONS</a:t>
            </a:r>
            <a:endParaRPr spc="-50" dirty="0"/>
          </a:p>
        </p:txBody>
      </p:sp>
      <p:sp>
        <p:nvSpPr>
          <p:cNvPr id="24" name="object 24"/>
          <p:cNvSpPr txBox="1"/>
          <p:nvPr/>
        </p:nvSpPr>
        <p:spPr>
          <a:xfrm>
            <a:off x="2595245" y="1824355"/>
            <a:ext cx="7401560" cy="6163310"/>
          </a:xfrm>
          <a:prstGeom prst="rect">
            <a:avLst/>
          </a:prstGeom>
        </p:spPr>
        <p:txBody>
          <a:bodyPr vert="horz" wrap="square" lIns="0" tIns="228600" rIns="0" bIns="0" rtlCol="0">
            <a:noAutofit/>
          </a:bodyPr>
          <a:lstStyle/>
          <a:p>
            <a:pPr marL="12700">
              <a:lnSpc>
                <a:spcPct val="100000"/>
              </a:lnSpc>
              <a:spcBef>
                <a:spcPts val="1800"/>
              </a:spcBef>
            </a:pPr>
            <a:r>
              <a:rPr sz="2800" b="1" spc="-10" dirty="0">
                <a:latin typeface="Arial" panose="020B0704020202020204"/>
                <a:cs typeface="Arial" panose="020B0704020202020204"/>
              </a:rPr>
              <a:t>Advantages:</a:t>
            </a:r>
            <a:endParaRPr sz="2800">
              <a:latin typeface="Arial" panose="020B0704020202020204"/>
              <a:cs typeface="Arial" panose="020B0704020202020204"/>
            </a:endParaRPr>
          </a:p>
          <a:p>
            <a:pPr marL="467995" indent="-441960">
              <a:lnSpc>
                <a:spcPct val="100000"/>
              </a:lnSpc>
              <a:spcBef>
                <a:spcPts val="1705"/>
              </a:spcBef>
              <a:buChar char="●"/>
              <a:tabLst>
                <a:tab pos="467995" algn="l"/>
              </a:tabLst>
            </a:pPr>
            <a:r>
              <a:rPr sz="2800" dirty="0">
                <a:latin typeface="Arial MT"/>
                <a:cs typeface="Arial MT"/>
              </a:rPr>
              <a:t>Easy</a:t>
            </a:r>
            <a:r>
              <a:rPr sz="2800" spc="-35" dirty="0">
                <a:latin typeface="Arial MT"/>
                <a:cs typeface="Arial MT"/>
              </a:rPr>
              <a:t> </a:t>
            </a:r>
            <a:r>
              <a:rPr sz="2800" dirty="0">
                <a:latin typeface="Arial MT"/>
                <a:cs typeface="Arial MT"/>
              </a:rPr>
              <a:t>to</a:t>
            </a:r>
            <a:r>
              <a:rPr sz="2800" spc="-35" dirty="0">
                <a:latin typeface="Arial MT"/>
                <a:cs typeface="Arial MT"/>
              </a:rPr>
              <a:t> </a:t>
            </a:r>
            <a:r>
              <a:rPr sz="2800" dirty="0">
                <a:latin typeface="Arial MT"/>
                <a:cs typeface="Arial MT"/>
              </a:rPr>
              <a:t>use</a:t>
            </a:r>
            <a:r>
              <a:rPr sz="2800" spc="-30" dirty="0">
                <a:latin typeface="Arial MT"/>
                <a:cs typeface="Arial MT"/>
              </a:rPr>
              <a:t> </a:t>
            </a:r>
            <a:r>
              <a:rPr sz="2800" spc="-10" dirty="0">
                <a:latin typeface="Arial MT"/>
                <a:cs typeface="Arial MT"/>
              </a:rPr>
              <a:t>interface</a:t>
            </a:r>
            <a:endParaRPr sz="2800">
              <a:latin typeface="Arial MT"/>
              <a:cs typeface="Arial MT"/>
            </a:endParaRPr>
          </a:p>
          <a:p>
            <a:pPr marL="467995" indent="-441960">
              <a:lnSpc>
                <a:spcPct val="100000"/>
              </a:lnSpc>
              <a:spcBef>
                <a:spcPts val="505"/>
              </a:spcBef>
              <a:buChar char="●"/>
              <a:tabLst>
                <a:tab pos="467995" algn="l"/>
              </a:tabLst>
            </a:pPr>
            <a:r>
              <a:rPr sz="2800" dirty="0">
                <a:latin typeface="Arial MT"/>
                <a:cs typeface="Arial MT"/>
              </a:rPr>
              <a:t>Reduces</a:t>
            </a:r>
            <a:r>
              <a:rPr sz="2800" spc="-120" dirty="0">
                <a:latin typeface="Arial MT"/>
                <a:cs typeface="Arial MT"/>
              </a:rPr>
              <a:t> </a:t>
            </a:r>
            <a:r>
              <a:rPr sz="2800" dirty="0">
                <a:latin typeface="Arial MT"/>
                <a:cs typeface="Arial MT"/>
              </a:rPr>
              <a:t>manual</a:t>
            </a:r>
            <a:r>
              <a:rPr sz="2800" spc="-120" dirty="0">
                <a:latin typeface="Arial MT"/>
                <a:cs typeface="Arial MT"/>
              </a:rPr>
              <a:t> </a:t>
            </a:r>
            <a:r>
              <a:rPr sz="2800" spc="-20" dirty="0">
                <a:latin typeface="Arial MT"/>
                <a:cs typeface="Arial MT"/>
              </a:rPr>
              <a:t>work</a:t>
            </a:r>
            <a:endParaRPr sz="2800">
              <a:latin typeface="Arial MT"/>
              <a:cs typeface="Arial MT"/>
            </a:endParaRPr>
          </a:p>
          <a:p>
            <a:pPr marL="467995" indent="-441960">
              <a:lnSpc>
                <a:spcPct val="100000"/>
              </a:lnSpc>
              <a:spcBef>
                <a:spcPts val="505"/>
              </a:spcBef>
              <a:buChar char="●"/>
              <a:tabLst>
                <a:tab pos="467995" algn="l"/>
              </a:tabLst>
            </a:pPr>
            <a:r>
              <a:rPr sz="2800" dirty="0">
                <a:latin typeface="Arial MT"/>
                <a:cs typeface="Arial MT"/>
              </a:rPr>
              <a:t>Fast</a:t>
            </a:r>
            <a:r>
              <a:rPr sz="2800" spc="-105" dirty="0">
                <a:latin typeface="Arial MT"/>
                <a:cs typeface="Arial MT"/>
              </a:rPr>
              <a:t> </a:t>
            </a:r>
            <a:r>
              <a:rPr sz="2800" dirty="0">
                <a:latin typeface="Arial MT"/>
                <a:cs typeface="Arial MT"/>
              </a:rPr>
              <a:t>booking</a:t>
            </a:r>
            <a:r>
              <a:rPr sz="2800" spc="-105" dirty="0">
                <a:latin typeface="Arial MT"/>
                <a:cs typeface="Arial MT"/>
              </a:rPr>
              <a:t> </a:t>
            </a:r>
            <a:r>
              <a:rPr sz="2800" spc="-10" dirty="0">
                <a:latin typeface="Arial MT"/>
                <a:cs typeface="Arial MT"/>
              </a:rPr>
              <a:t>process</a:t>
            </a:r>
            <a:endParaRPr sz="2800">
              <a:latin typeface="Arial MT"/>
              <a:cs typeface="Arial MT"/>
            </a:endParaRPr>
          </a:p>
          <a:p>
            <a:pPr marL="467995" indent="-441960">
              <a:lnSpc>
                <a:spcPct val="100000"/>
              </a:lnSpc>
              <a:spcBef>
                <a:spcPts val="505"/>
              </a:spcBef>
              <a:buChar char="●"/>
              <a:tabLst>
                <a:tab pos="467995" algn="l"/>
              </a:tabLst>
            </a:pPr>
            <a:r>
              <a:rPr sz="2800" dirty="0">
                <a:latin typeface="Arial MT"/>
                <a:cs typeface="Arial MT"/>
              </a:rPr>
              <a:t>Modular</a:t>
            </a:r>
            <a:r>
              <a:rPr sz="2800" spc="-110" dirty="0">
                <a:latin typeface="Arial MT"/>
                <a:cs typeface="Arial MT"/>
              </a:rPr>
              <a:t> </a:t>
            </a:r>
            <a:r>
              <a:rPr sz="2800" spc="-10" dirty="0">
                <a:latin typeface="Arial MT"/>
                <a:cs typeface="Arial MT"/>
              </a:rPr>
              <a:t>design</a:t>
            </a:r>
            <a:endParaRPr sz="2800">
              <a:latin typeface="Arial MT"/>
              <a:cs typeface="Arial MT"/>
            </a:endParaRPr>
          </a:p>
          <a:p>
            <a:pPr marL="12700">
              <a:lnSpc>
                <a:spcPct val="100000"/>
              </a:lnSpc>
              <a:spcBef>
                <a:spcPts val="1700"/>
              </a:spcBef>
            </a:pPr>
            <a:r>
              <a:rPr sz="2800" b="1" spc="-10" dirty="0">
                <a:latin typeface="Arial" panose="020B0704020202020204"/>
                <a:cs typeface="Arial" panose="020B0704020202020204"/>
              </a:rPr>
              <a:t>Limitations:</a:t>
            </a:r>
            <a:endParaRPr sz="2800">
              <a:latin typeface="Arial" panose="020B0704020202020204"/>
              <a:cs typeface="Arial" panose="020B0704020202020204"/>
            </a:endParaRPr>
          </a:p>
          <a:p>
            <a:pPr marL="467995" indent="-441960">
              <a:lnSpc>
                <a:spcPct val="100000"/>
              </a:lnSpc>
              <a:spcBef>
                <a:spcPts val="1705"/>
              </a:spcBef>
              <a:buChar char="●"/>
              <a:tabLst>
                <a:tab pos="467995" algn="l"/>
              </a:tabLst>
            </a:pPr>
            <a:r>
              <a:rPr sz="2800" dirty="0">
                <a:latin typeface="Arial MT"/>
                <a:cs typeface="Arial MT"/>
              </a:rPr>
              <a:t>No</a:t>
            </a:r>
            <a:r>
              <a:rPr sz="2800" spc="-50" dirty="0">
                <a:latin typeface="Arial MT"/>
                <a:cs typeface="Arial MT"/>
              </a:rPr>
              <a:t> </a:t>
            </a:r>
            <a:r>
              <a:rPr sz="2800" spc="-10" dirty="0">
                <a:latin typeface="Arial MT"/>
                <a:cs typeface="Arial MT"/>
              </a:rPr>
              <a:t>backend/database</a:t>
            </a:r>
            <a:endParaRPr sz="2800">
              <a:latin typeface="Arial MT"/>
              <a:cs typeface="Arial MT"/>
            </a:endParaRPr>
          </a:p>
          <a:p>
            <a:pPr marL="467995" indent="-441960">
              <a:lnSpc>
                <a:spcPct val="100000"/>
              </a:lnSpc>
              <a:spcBef>
                <a:spcPts val="505"/>
              </a:spcBef>
              <a:buChar char="●"/>
              <a:tabLst>
                <a:tab pos="467995" algn="l"/>
              </a:tabLst>
            </a:pPr>
            <a:r>
              <a:rPr sz="2800" dirty="0">
                <a:latin typeface="Arial MT"/>
                <a:cs typeface="Arial MT"/>
              </a:rPr>
              <a:t>No</a:t>
            </a:r>
            <a:r>
              <a:rPr sz="2800" spc="-95" dirty="0">
                <a:latin typeface="Arial MT"/>
                <a:cs typeface="Arial MT"/>
              </a:rPr>
              <a:t> </a:t>
            </a:r>
            <a:r>
              <a:rPr sz="2800" dirty="0">
                <a:latin typeface="Arial MT"/>
                <a:cs typeface="Arial MT"/>
              </a:rPr>
              <a:t>payment</a:t>
            </a:r>
            <a:r>
              <a:rPr sz="2800" spc="-95" dirty="0">
                <a:latin typeface="Arial MT"/>
                <a:cs typeface="Arial MT"/>
              </a:rPr>
              <a:t> </a:t>
            </a:r>
            <a:r>
              <a:rPr sz="2800" spc="-10" dirty="0">
                <a:latin typeface="Arial MT"/>
                <a:cs typeface="Arial MT"/>
              </a:rPr>
              <a:t>integration</a:t>
            </a:r>
            <a:endParaRPr sz="2800">
              <a:latin typeface="Arial MT"/>
              <a:cs typeface="Arial MT"/>
            </a:endParaRPr>
          </a:p>
          <a:p>
            <a:pPr marL="467995" indent="-441960">
              <a:lnSpc>
                <a:spcPct val="100000"/>
              </a:lnSpc>
              <a:spcBef>
                <a:spcPts val="505"/>
              </a:spcBef>
              <a:buChar char="●"/>
              <a:tabLst>
                <a:tab pos="467995" algn="l"/>
              </a:tabLst>
            </a:pPr>
            <a:r>
              <a:rPr sz="2800" dirty="0">
                <a:latin typeface="Arial MT"/>
                <a:cs typeface="Arial MT"/>
              </a:rPr>
              <a:t>Limited</a:t>
            </a:r>
            <a:r>
              <a:rPr sz="2800" spc="-120" dirty="0">
                <a:latin typeface="Arial MT"/>
                <a:cs typeface="Arial MT"/>
              </a:rPr>
              <a:t> </a:t>
            </a:r>
            <a:r>
              <a:rPr sz="2800" spc="-10" dirty="0">
                <a:latin typeface="Arial MT"/>
                <a:cs typeface="Arial MT"/>
              </a:rPr>
              <a:t>authentication</a:t>
            </a:r>
            <a:r>
              <a:rPr sz="2800" spc="-114" dirty="0">
                <a:latin typeface="Arial MT"/>
                <a:cs typeface="Arial MT"/>
              </a:rPr>
              <a:t> </a:t>
            </a:r>
            <a:r>
              <a:rPr sz="2800" spc="-10" dirty="0">
                <a:latin typeface="Arial MT"/>
                <a:cs typeface="Arial MT"/>
              </a:rPr>
              <a:t>system</a:t>
            </a:r>
            <a:endParaRPr sz="2800">
              <a:latin typeface="Arial MT"/>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836316" y="4294407"/>
            <a:ext cx="7889875" cy="1728470"/>
          </a:xfrm>
          <a:prstGeom prst="rect">
            <a:avLst/>
          </a:prstGeom>
        </p:spPr>
        <p:txBody>
          <a:bodyPr vert="horz" wrap="square" lIns="0" tIns="12700" rIns="0" bIns="0" rtlCol="0">
            <a:spAutoFit/>
          </a:bodyPr>
          <a:lstStyle/>
          <a:p>
            <a:pPr marL="12700">
              <a:lnSpc>
                <a:spcPct val="100000"/>
              </a:lnSpc>
              <a:spcBef>
                <a:spcPts val="100"/>
              </a:spcBef>
            </a:pPr>
            <a:r>
              <a:rPr sz="11150" i="1" spc="-415" dirty="0">
                <a:solidFill>
                  <a:srgbClr val="191919"/>
                </a:solidFill>
                <a:latin typeface="Verdana" panose="020B0604030504040204"/>
                <a:cs typeface="Verdana" panose="020B0604030504040204"/>
              </a:rPr>
              <a:t>Than</a:t>
            </a:r>
            <a:r>
              <a:rPr lang="en-US" sz="11150" i="1" spc="-415" dirty="0">
                <a:solidFill>
                  <a:srgbClr val="191919"/>
                </a:solidFill>
                <a:latin typeface="Verdana" panose="020B0604030504040204"/>
                <a:cs typeface="Verdana" panose="020B0604030504040204"/>
              </a:rPr>
              <a:t>k Y</a:t>
            </a:r>
            <a:r>
              <a:rPr sz="11150" i="1" spc="-1175" dirty="0">
                <a:solidFill>
                  <a:srgbClr val="191919"/>
                </a:solidFill>
                <a:latin typeface="Verdana" panose="020B0604030504040204"/>
                <a:cs typeface="Verdana" panose="020B0604030504040204"/>
              </a:rPr>
              <a:t>ou</a:t>
            </a:r>
            <a:endParaRPr sz="11150">
              <a:latin typeface="Verdana" panose="020B0604030504040204"/>
              <a:cs typeface="Verdana" panose="020B060403050404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4135</Words>
  <Application>WPS Presentation</Application>
  <PresentationFormat>On-screen Show (4:3)</PresentationFormat>
  <Paragraphs>344</Paragraphs>
  <Slides>15</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15</vt:i4>
      </vt:variant>
    </vt:vector>
  </HeadingPairs>
  <TitlesOfParts>
    <vt:vector size="35" baseType="lpstr">
      <vt:lpstr>Arial</vt:lpstr>
      <vt:lpstr>SimSun</vt:lpstr>
      <vt:lpstr>Wingdings</vt:lpstr>
      <vt:lpstr>Times New Roman</vt:lpstr>
      <vt:lpstr>Arial</vt:lpstr>
      <vt:lpstr>Cambria</vt:lpstr>
      <vt:lpstr>Thonburi</vt:lpstr>
      <vt:lpstr>Cambria</vt:lpstr>
      <vt:lpstr>Arial MT</vt:lpstr>
      <vt:lpstr>Times New Roman</vt:lpstr>
      <vt:lpstr>Calibri</vt:lpstr>
      <vt:lpstr>Verdana</vt:lpstr>
      <vt:lpstr>Helvetica Neue</vt:lpstr>
      <vt:lpstr>Microsoft YaHei</vt:lpstr>
      <vt:lpstr>汉仪旗黑</vt:lpstr>
      <vt:lpstr>Arial Unicode MS</vt:lpstr>
      <vt:lpstr>Calibri</vt:lpstr>
      <vt:lpstr>汉仪书宋二KW</vt:lpstr>
      <vt:lpstr>苹方-简</vt:lpstr>
      <vt:lpstr>Office Theme</vt:lpstr>
      <vt:lpstr>School of Computing</vt:lpstr>
      <vt:lpstr>INTRODUCTION</vt:lpstr>
      <vt:lpstr>PROBLEM STATEMENT</vt:lpstr>
      <vt:lpstr>OBJECTIVE(S)</vt:lpstr>
      <vt:lpstr>PROPOSED SYSTEM</vt:lpstr>
      <vt:lpstr>PROPOSED SYSTEM ARCHITECTURE</vt:lpstr>
      <vt:lpstr>WORKFLOW</vt:lpstr>
      <vt:lpstr>TECHNOLOGIES USED</vt:lpstr>
      <vt:lpstr>MODULE DESCRIPTION</vt:lpstr>
      <vt:lpstr>IMPLEMENTATION SCREENSHOTS</vt:lpstr>
      <vt:lpstr>IMPLEMENTATION SCREENSHOTS</vt:lpstr>
      <vt:lpstr>IMPLEMENTATION SCREENSHOTS</vt:lpstr>
      <vt:lpstr>IMPLEMENTATION SCREENSHOTS</vt:lpstr>
      <vt:lpstr>ADVANTAGES &amp; LIMITATIONS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Vel Tech Rangarajan Dr. Sagunthala R&amp;D Institute of Science and TechnologySchool of Computing</dc:title>
  <dc:creator/>
  <cp:lastModifiedBy>S. Vinotha</cp:lastModifiedBy>
  <cp:revision>3</cp:revision>
  <dcterms:created xsi:type="dcterms:W3CDTF">2026-05-05T14:51:32Z</dcterms:created>
  <dcterms:modified xsi:type="dcterms:W3CDTF">2026-05-05T14:51:32Z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2026-04-28T16:30:00Z</vt:filetime>
  </property>
  <property fmtid="{D5CDD505-2E9C-101B-9397-08002B2CF9AE}" pid="4" name="Creator">
    <vt:lpwstr>PDFium</vt:lpwstr>
  </property>
  <property fmtid="{D5CDD505-2E9C-101B-9397-08002B2CF9AE}" pid="5" name="Producer">
    <vt:lpwstr>PDFium</vt:lpwstr>
  </property>
  <property fmtid="{D5CDD505-2E9C-101B-9397-08002B2CF9AE}" pid="6" name="LastSaved">
    <vt:filetime>2026-04-28T16:30:00Z</vt:filetime>
  </property>
  <property fmtid="{D5CDD505-2E9C-101B-9397-08002B2CF9AE}" pid="7" name="ICV">
    <vt:lpwstr>9839F8EAB4B973141065F16970DE67CD_43</vt:lpwstr>
  </property>
  <property fmtid="{D5CDD505-2E9C-101B-9397-08002B2CF9AE}" pid="8" name="KSOProductBuildVer">
    <vt:lpwstr>1033-12.1.23155.23155</vt:lpwstr>
  </property>
</Properties>
</file>